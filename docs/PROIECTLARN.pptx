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63" r:id="rId6"/>
    <p:sldId id="264" r:id="rId7"/>
    <p:sldId id="317" r:id="rId8"/>
    <p:sldId id="262" r:id="rId9"/>
    <p:sldId id="269" r:id="rId10"/>
    <p:sldId id="266" r:id="rId11"/>
    <p:sldId id="311" r:id="rId12"/>
    <p:sldId id="267" r:id="rId13"/>
    <p:sldId id="271" r:id="rId14"/>
    <p:sldId id="272" r:id="rId15"/>
    <p:sldId id="273" r:id="rId16"/>
    <p:sldId id="318" r:id="rId17"/>
    <p:sldId id="274" r:id="rId18"/>
    <p:sldId id="319" r:id="rId19"/>
    <p:sldId id="313" r:id="rId20"/>
    <p:sldId id="275" r:id="rId21"/>
    <p:sldId id="315" r:id="rId22"/>
    <p:sldId id="316" r:id="rId23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  <p:embeddedFont>
      <p:font typeface="Raleway Medium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D6FC00-A65C-4B3C-8B12-0274F0404CD6}">
  <a:tblStyle styleId="{4AD6FC00-A65C-4B3C-8B12-0274F0404C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a2de12ba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a2de12ba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a2de12ba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a2de12ba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a18aa2564_0_23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a18aa2564_0_23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0a2de12ba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0a2de12ba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0a18aa256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0a18aa256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84462C94-1FA2-9E5A-6E96-4671A236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a2de12baf_0_120:notes">
            <a:extLst>
              <a:ext uri="{FF2B5EF4-FFF2-40B4-BE49-F238E27FC236}">
                <a16:creationId xmlns:a16="http://schemas.microsoft.com/office/drawing/2014/main" id="{1E452C9A-38E4-61E5-DA38-D8A985DBC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a2de12baf_0_120:notes">
            <a:extLst>
              <a:ext uri="{FF2B5EF4-FFF2-40B4-BE49-F238E27FC236}">
                <a16:creationId xmlns:a16="http://schemas.microsoft.com/office/drawing/2014/main" id="{918999DA-E04D-92B2-F328-950353F70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285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0a2de12ba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0a2de12ba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0b68f5f6c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0b68f5f6c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a73ee225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a73ee225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0a2de12baf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10a2de12baf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0b68f5f6c9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0b68f5f6c9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0b68f5f6c9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0b68f5f6c9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0a18aa2564_0_23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0a18aa2564_0_23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0b68f5f6c9_0_1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0b68f5f6c9_0_1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>
          <a:extLst>
            <a:ext uri="{FF2B5EF4-FFF2-40B4-BE49-F238E27FC236}">
              <a16:creationId xmlns:a16="http://schemas.microsoft.com/office/drawing/2014/main" id="{16558D72-F294-96DA-EE37-F7B9AD12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0b68f5f6c9_0_205:notes">
            <a:extLst>
              <a:ext uri="{FF2B5EF4-FFF2-40B4-BE49-F238E27FC236}">
                <a16:creationId xmlns:a16="http://schemas.microsoft.com/office/drawing/2014/main" id="{138A10A4-9FA0-480C-92E4-9E1645692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0b68f5f6c9_0_205:notes">
            <a:extLst>
              <a:ext uri="{FF2B5EF4-FFF2-40B4-BE49-F238E27FC236}">
                <a16:creationId xmlns:a16="http://schemas.microsoft.com/office/drawing/2014/main" id="{1EE004C7-A80D-39FD-E29C-BC0835336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234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0b68f5f6c9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0b68f5f6c9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>
          <a:extLst>
            <a:ext uri="{FF2B5EF4-FFF2-40B4-BE49-F238E27FC236}">
              <a16:creationId xmlns:a16="http://schemas.microsoft.com/office/drawing/2014/main" id="{4CC16305-9B93-18D0-1E16-3C6DF63C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0b68f5f6c9_0_205:notes">
            <a:extLst>
              <a:ext uri="{FF2B5EF4-FFF2-40B4-BE49-F238E27FC236}">
                <a16:creationId xmlns:a16="http://schemas.microsoft.com/office/drawing/2014/main" id="{3B274467-3E17-F47E-36CB-46D45EDB6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0b68f5f6c9_0_205:notes">
            <a:extLst>
              <a:ext uri="{FF2B5EF4-FFF2-40B4-BE49-F238E27FC236}">
                <a16:creationId xmlns:a16="http://schemas.microsoft.com/office/drawing/2014/main" id="{E9E1E7CA-944A-3C3C-FDA8-2B859A2C4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46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11400" y="0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356550" y="1165860"/>
            <a:ext cx="4412100" cy="18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356550" y="304188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2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/>
          <p:nvPr/>
        </p:nvSpPr>
        <p:spPr>
          <a:xfrm rot="5400000">
            <a:off x="-577075" y="368975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834113" y="1773447"/>
            <a:ext cx="27522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4572050" y="3532125"/>
            <a:ext cx="27522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5103350" y="1545297"/>
            <a:ext cx="2752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1236966" y="3303975"/>
            <a:ext cx="2752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/>
        </p:nvSpPr>
        <p:spPr>
          <a:xfrm>
            <a:off x="5382500" y="1655900"/>
            <a:ext cx="3754200" cy="3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712400" y="1168200"/>
            <a:ext cx="7716600" cy="397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/>
        </p:nvSpPr>
        <p:spPr>
          <a:xfrm>
            <a:off x="0" y="0"/>
            <a:ext cx="4425900" cy="3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1531800" y="951900"/>
            <a:ext cx="6080400" cy="32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792008" y="1566450"/>
            <a:ext cx="5565300" cy="20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7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/>
          <p:nvPr/>
        </p:nvSpPr>
        <p:spPr>
          <a:xfrm rot="-5400000">
            <a:off x="8060700" y="3912600"/>
            <a:ext cx="13881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(AI)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11400" y="4030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58483"/>
            <a:ext cx="9246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/>
          </p:nvPr>
        </p:nvSpPr>
        <p:spPr>
          <a:xfrm>
            <a:off x="6087600" y="1621208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 hasCustomPrompt="1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7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8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0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bg>
      <p:bgPr>
        <a:solidFill>
          <a:schemeClr val="accen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1039150" y="2190975"/>
            <a:ext cx="51060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title" idx="2" hasCustomPrompt="1"/>
          </p:nvPr>
        </p:nvSpPr>
        <p:spPr>
          <a:xfrm>
            <a:off x="10391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1039150" y="3685050"/>
            <a:ext cx="51060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/>
          <p:nvPr/>
        </p:nvSpPr>
        <p:spPr>
          <a:xfrm rot="5400000">
            <a:off x="7451475" y="309900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3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2" hasCustomPrompt="1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3601658" y="-576585"/>
            <a:ext cx="17634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CUSTOM_2_1_1">
    <p:bg>
      <p:bgPr>
        <a:solidFill>
          <a:schemeClr val="dk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 rot="5400000">
            <a:off x="-1536625" y="2730450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4759000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19492" y="1644550"/>
            <a:ext cx="36699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 rot="5400000">
            <a:off x="-571525" y="3695550"/>
            <a:ext cx="17523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719509" y="1393266"/>
            <a:ext cx="7704000" cy="29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1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title" idx="2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3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title" idx="4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5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dk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11400" y="41045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400" y="27761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722675" y="216068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1"/>
          </p:nvPr>
        </p:nvSpPr>
        <p:spPr>
          <a:xfrm>
            <a:off x="722675" y="2781254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title" idx="2"/>
          </p:nvPr>
        </p:nvSpPr>
        <p:spPr>
          <a:xfrm>
            <a:off x="3406475" y="216068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3"/>
          </p:nvPr>
        </p:nvSpPr>
        <p:spPr>
          <a:xfrm>
            <a:off x="3406475" y="2781254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title" idx="4"/>
          </p:nvPr>
        </p:nvSpPr>
        <p:spPr>
          <a:xfrm>
            <a:off x="6090275" y="216068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sz="25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5"/>
          </p:nvPr>
        </p:nvSpPr>
        <p:spPr>
          <a:xfrm>
            <a:off x="6090275" y="2781254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title" idx="7"/>
          </p:nvPr>
        </p:nvSpPr>
        <p:spPr>
          <a:xfrm>
            <a:off x="722675" y="35089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 idx="8"/>
          </p:nvPr>
        </p:nvSpPr>
        <p:spPr>
          <a:xfrm>
            <a:off x="3406475" y="35089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title" idx="9"/>
          </p:nvPr>
        </p:nvSpPr>
        <p:spPr>
          <a:xfrm>
            <a:off x="6090275" y="35089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/>
        </p:nvSpPr>
        <p:spPr>
          <a:xfrm rot="5400000">
            <a:off x="-1274000" y="22278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3" name="Google Shape;223;p30"/>
          <p:cNvSpPr txBox="1"/>
          <p:nvPr/>
        </p:nvSpPr>
        <p:spPr>
          <a:xfrm rot="5400000">
            <a:off x="6769175" y="2380283"/>
            <a:ext cx="36825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/(AI)/(AI)/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title" idx="2"/>
          </p:nvPr>
        </p:nvSpPr>
        <p:spPr>
          <a:xfrm>
            <a:off x="3419269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title" idx="4"/>
          </p:nvPr>
        </p:nvSpPr>
        <p:spPr>
          <a:xfrm>
            <a:off x="720000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720000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title" idx="6"/>
          </p:nvPr>
        </p:nvSpPr>
        <p:spPr>
          <a:xfrm>
            <a:off x="3419269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7"/>
          </p:nvPr>
        </p:nvSpPr>
        <p:spPr>
          <a:xfrm>
            <a:off x="3419269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title" idx="8"/>
          </p:nvPr>
        </p:nvSpPr>
        <p:spPr>
          <a:xfrm>
            <a:off x="6118545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9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 idx="13"/>
          </p:nvPr>
        </p:nvSpPr>
        <p:spPr>
          <a:xfrm>
            <a:off x="6118545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4"/>
          </p:nvPr>
        </p:nvSpPr>
        <p:spPr>
          <a:xfrm>
            <a:off x="6118545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3"/>
          <p:cNvGrpSpPr/>
          <p:nvPr/>
        </p:nvGrpSpPr>
        <p:grpSpPr>
          <a:xfrm>
            <a:off x="-457433" y="534990"/>
            <a:ext cx="2192659" cy="557097"/>
            <a:chOff x="2641350" y="846250"/>
            <a:chExt cx="413600" cy="105075"/>
          </a:xfrm>
        </p:grpSpPr>
        <p:sp>
          <p:nvSpPr>
            <p:cNvPr id="260" name="Google Shape;260;p3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33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265" name="Google Shape;265;p33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3"/>
          <p:cNvSpPr txBox="1"/>
          <p:nvPr/>
        </p:nvSpPr>
        <p:spPr>
          <a:xfrm>
            <a:off x="7751741" y="0"/>
            <a:ext cx="2370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11400" y="2656728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22675" y="3985092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1400" y="1328364"/>
            <a:ext cx="9121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ARTIFICIAL INTELLIGENCE (AI)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08150" y="535050"/>
            <a:ext cx="77208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34"/>
          <p:cNvGrpSpPr/>
          <p:nvPr/>
        </p:nvGrpSpPr>
        <p:grpSpPr>
          <a:xfrm>
            <a:off x="419564" y="436857"/>
            <a:ext cx="772605" cy="196301"/>
            <a:chOff x="2641350" y="846250"/>
            <a:chExt cx="413600" cy="105075"/>
          </a:xfrm>
        </p:grpSpPr>
        <p:sp>
          <p:nvSpPr>
            <p:cNvPr id="281" name="Google Shape;281;p34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34"/>
          <p:cNvGrpSpPr/>
          <p:nvPr/>
        </p:nvGrpSpPr>
        <p:grpSpPr>
          <a:xfrm>
            <a:off x="7959731" y="436857"/>
            <a:ext cx="772605" cy="196301"/>
            <a:chOff x="2641350" y="846250"/>
            <a:chExt cx="413600" cy="105075"/>
          </a:xfrm>
        </p:grpSpPr>
        <p:sp>
          <p:nvSpPr>
            <p:cNvPr id="286" name="Google Shape;286;p34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Bebas Neue"/>
              <a:buNone/>
              <a:defRPr sz="35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2" r:id="rId10"/>
    <p:sldLayoutId id="2147483668" r:id="rId11"/>
    <p:sldLayoutId id="2147483671" r:id="rId12"/>
    <p:sldLayoutId id="2147483672" r:id="rId13"/>
    <p:sldLayoutId id="2147483676" r:id="rId14"/>
    <p:sldLayoutId id="2147483679" r:id="rId15"/>
    <p:sldLayoutId id="214748368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rU20FtYThQ_xjnAipctgJ_fO_zXgxy_ovkLUYqWrdM/co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ctrTitle"/>
          </p:nvPr>
        </p:nvSpPr>
        <p:spPr>
          <a:xfrm>
            <a:off x="2721450" y="1155575"/>
            <a:ext cx="5921265" cy="18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Sistem de predictie al riscului de accident</a:t>
            </a:r>
            <a:endParaRPr dirty="0"/>
          </a:p>
        </p:txBody>
      </p:sp>
      <p:sp>
        <p:nvSpPr>
          <p:cNvPr id="301" name="Google Shape;301;p38"/>
          <p:cNvSpPr txBox="1">
            <a:spLocks noGrp="1"/>
          </p:cNvSpPr>
          <p:nvPr>
            <p:ph type="subTitle" idx="1"/>
          </p:nvPr>
        </p:nvSpPr>
        <p:spPr>
          <a:xfrm>
            <a:off x="2778150" y="3041885"/>
            <a:ext cx="49905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Proiect Retele Neuronale</a:t>
            </a:r>
            <a:endParaRPr dirty="0"/>
          </a:p>
        </p:txBody>
      </p:sp>
      <p:grpSp>
        <p:nvGrpSpPr>
          <p:cNvPr id="302" name="Google Shape;302;p38"/>
          <p:cNvGrpSpPr/>
          <p:nvPr/>
        </p:nvGrpSpPr>
        <p:grpSpPr>
          <a:xfrm>
            <a:off x="-971520" y="1413192"/>
            <a:ext cx="3692970" cy="3912200"/>
            <a:chOff x="411650" y="2156650"/>
            <a:chExt cx="2413075" cy="2556325"/>
          </a:xfrm>
        </p:grpSpPr>
        <p:sp>
          <p:nvSpPr>
            <p:cNvPr id="303" name="Google Shape;303;p38"/>
            <p:cNvSpPr/>
            <p:nvPr/>
          </p:nvSpPr>
          <p:spPr>
            <a:xfrm>
              <a:off x="1503675" y="2736975"/>
              <a:ext cx="253225" cy="253225"/>
            </a:xfrm>
            <a:custGeom>
              <a:avLst/>
              <a:gdLst/>
              <a:ahLst/>
              <a:cxnLst/>
              <a:rect l="l" t="t" r="r" b="b"/>
              <a:pathLst>
                <a:path w="10129" h="10129" extrusionOk="0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8"/>
            <p:cNvSpPr/>
            <p:nvPr/>
          </p:nvSpPr>
          <p:spPr>
            <a:xfrm>
              <a:off x="1984225" y="2412200"/>
              <a:ext cx="123325" cy="123350"/>
            </a:xfrm>
            <a:custGeom>
              <a:avLst/>
              <a:gdLst/>
              <a:ahLst/>
              <a:cxnLst/>
              <a:rect l="l" t="t" r="r" b="b"/>
              <a:pathLst>
                <a:path w="4933" h="4934" extrusionOk="0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8"/>
            <p:cNvSpPr/>
            <p:nvPr/>
          </p:nvSpPr>
          <p:spPr>
            <a:xfrm>
              <a:off x="2395250" y="219960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4953" h="4953" extrusionOk="0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8"/>
            <p:cNvSpPr/>
            <p:nvPr/>
          </p:nvSpPr>
          <p:spPr>
            <a:xfrm>
              <a:off x="2580975" y="3149000"/>
              <a:ext cx="109625" cy="109650"/>
            </a:xfrm>
            <a:custGeom>
              <a:avLst/>
              <a:gdLst/>
              <a:ahLst/>
              <a:cxnLst/>
              <a:rect l="l" t="t" r="r" b="b"/>
              <a:pathLst>
                <a:path w="4385" h="4386" extrusionOk="0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8"/>
            <p:cNvSpPr/>
            <p:nvPr/>
          </p:nvSpPr>
          <p:spPr>
            <a:xfrm>
              <a:off x="2544425" y="3129725"/>
              <a:ext cx="115725" cy="121300"/>
            </a:xfrm>
            <a:custGeom>
              <a:avLst/>
              <a:gdLst/>
              <a:ahLst/>
              <a:cxnLst/>
              <a:rect l="l" t="t" r="r" b="b"/>
              <a:pathLst>
                <a:path w="4629" h="4852" extrusionOk="0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8"/>
            <p:cNvSpPr/>
            <p:nvPr/>
          </p:nvSpPr>
          <p:spPr>
            <a:xfrm>
              <a:off x="2480500" y="2812575"/>
              <a:ext cx="67500" cy="114200"/>
            </a:xfrm>
            <a:custGeom>
              <a:avLst/>
              <a:gdLst/>
              <a:ahLst/>
              <a:cxnLst/>
              <a:rect l="l" t="t" r="r" b="b"/>
              <a:pathLst>
                <a:path w="2700" h="4568" extrusionOk="0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8"/>
            <p:cNvSpPr/>
            <p:nvPr/>
          </p:nvSpPr>
          <p:spPr>
            <a:xfrm>
              <a:off x="2403350" y="2218375"/>
              <a:ext cx="143650" cy="198925"/>
            </a:xfrm>
            <a:custGeom>
              <a:avLst/>
              <a:gdLst/>
              <a:ahLst/>
              <a:cxnLst/>
              <a:rect l="l" t="t" r="r" b="b"/>
              <a:pathLst>
                <a:path w="5746" h="7957" extrusionOk="0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8"/>
            <p:cNvSpPr/>
            <p:nvPr/>
          </p:nvSpPr>
          <p:spPr>
            <a:xfrm>
              <a:off x="1996900" y="2436050"/>
              <a:ext cx="212125" cy="222300"/>
            </a:xfrm>
            <a:custGeom>
              <a:avLst/>
              <a:gdLst/>
              <a:ahLst/>
              <a:cxnLst/>
              <a:rect l="l" t="t" r="r" b="b"/>
              <a:pathLst>
                <a:path w="8485" h="8892" extrusionOk="0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8"/>
            <p:cNvSpPr/>
            <p:nvPr/>
          </p:nvSpPr>
          <p:spPr>
            <a:xfrm>
              <a:off x="1012475" y="3482900"/>
              <a:ext cx="399875" cy="387200"/>
            </a:xfrm>
            <a:custGeom>
              <a:avLst/>
              <a:gdLst/>
              <a:ahLst/>
              <a:cxnLst/>
              <a:rect l="l" t="t" r="r" b="b"/>
              <a:pathLst>
                <a:path w="15995" h="15488" extrusionOk="0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8"/>
            <p:cNvSpPr/>
            <p:nvPr/>
          </p:nvSpPr>
          <p:spPr>
            <a:xfrm>
              <a:off x="1875125" y="2834400"/>
              <a:ext cx="613000" cy="789675"/>
            </a:xfrm>
            <a:custGeom>
              <a:avLst/>
              <a:gdLst/>
              <a:ahLst/>
              <a:cxnLst/>
              <a:rect l="l" t="t" r="r" b="b"/>
              <a:pathLst>
                <a:path w="24520" h="31587" extrusionOk="0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8"/>
            <p:cNvSpPr/>
            <p:nvPr/>
          </p:nvSpPr>
          <p:spPr>
            <a:xfrm>
              <a:off x="2149650" y="3482900"/>
              <a:ext cx="165450" cy="139575"/>
            </a:xfrm>
            <a:custGeom>
              <a:avLst/>
              <a:gdLst/>
              <a:ahLst/>
              <a:cxnLst/>
              <a:rect l="l" t="t" r="r" b="b"/>
              <a:pathLst>
                <a:path w="6618" h="5583" extrusionOk="0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2085200" y="2710575"/>
              <a:ext cx="78175" cy="234475"/>
            </a:xfrm>
            <a:custGeom>
              <a:avLst/>
              <a:gdLst/>
              <a:ahLst/>
              <a:cxnLst/>
              <a:rect l="l" t="t" r="r" b="b"/>
              <a:pathLst>
                <a:path w="3127" h="9379" extrusionOk="0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2274225" y="3170325"/>
              <a:ext cx="378825" cy="364075"/>
            </a:xfrm>
            <a:custGeom>
              <a:avLst/>
              <a:gdLst/>
              <a:ahLst/>
              <a:cxnLst/>
              <a:rect l="l" t="t" r="r" b="b"/>
              <a:pathLst>
                <a:path w="15153" h="14563" extrusionOk="0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2448525" y="2879050"/>
              <a:ext cx="225825" cy="307025"/>
            </a:xfrm>
            <a:custGeom>
              <a:avLst/>
              <a:gdLst/>
              <a:ahLst/>
              <a:cxnLst/>
              <a:rect l="l" t="t" r="r" b="b"/>
              <a:pathLst>
                <a:path w="9033" h="12281" extrusionOk="0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2569800" y="2920150"/>
              <a:ext cx="104550" cy="250200"/>
            </a:xfrm>
            <a:custGeom>
              <a:avLst/>
              <a:gdLst/>
              <a:ahLst/>
              <a:cxnLst/>
              <a:rect l="l" t="t" r="r" b="b"/>
              <a:pathLst>
                <a:path w="4182" h="10008" extrusionOk="0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8"/>
            <p:cNvSpPr/>
            <p:nvPr/>
          </p:nvSpPr>
          <p:spPr>
            <a:xfrm>
              <a:off x="2409950" y="2812575"/>
              <a:ext cx="168000" cy="168000"/>
            </a:xfrm>
            <a:custGeom>
              <a:avLst/>
              <a:gdLst/>
              <a:ahLst/>
              <a:cxnLst/>
              <a:rect l="l" t="t" r="r" b="b"/>
              <a:pathLst>
                <a:path w="6720" h="6720" extrusionOk="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2491150" y="2812575"/>
              <a:ext cx="86800" cy="122325"/>
            </a:xfrm>
            <a:custGeom>
              <a:avLst/>
              <a:gdLst/>
              <a:ahLst/>
              <a:cxnLst/>
              <a:rect l="l" t="t" r="r" b="b"/>
              <a:pathLst>
                <a:path w="3472" h="4893" extrusionOk="0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8"/>
            <p:cNvSpPr/>
            <p:nvPr/>
          </p:nvSpPr>
          <p:spPr>
            <a:xfrm>
              <a:off x="2468825" y="3032800"/>
              <a:ext cx="112175" cy="124875"/>
            </a:xfrm>
            <a:custGeom>
              <a:avLst/>
              <a:gdLst/>
              <a:ahLst/>
              <a:cxnLst/>
              <a:rect l="l" t="t" r="r" b="b"/>
              <a:pathLst>
                <a:path w="4487" h="4995" extrusionOk="0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2241375" y="3068325"/>
              <a:ext cx="320675" cy="284350"/>
            </a:xfrm>
            <a:custGeom>
              <a:avLst/>
              <a:gdLst/>
              <a:ahLst/>
              <a:cxnLst/>
              <a:rect l="l" t="t" r="r" b="b"/>
              <a:pathLst>
                <a:path w="12827" h="11374" extrusionOk="0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2127325" y="3042950"/>
              <a:ext cx="143625" cy="232950"/>
            </a:xfrm>
            <a:custGeom>
              <a:avLst/>
              <a:gdLst/>
              <a:ahLst/>
              <a:cxnLst/>
              <a:rect l="l" t="t" r="r" b="b"/>
              <a:pathLst>
                <a:path w="5745" h="9318" extrusionOk="0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2457150" y="2908475"/>
              <a:ext cx="146675" cy="203000"/>
            </a:xfrm>
            <a:custGeom>
              <a:avLst/>
              <a:gdLst/>
              <a:ahLst/>
              <a:cxnLst/>
              <a:rect l="l" t="t" r="r" b="b"/>
              <a:pathLst>
                <a:path w="5867" h="8120" extrusionOk="0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2103975" y="2658325"/>
              <a:ext cx="396850" cy="351675"/>
            </a:xfrm>
            <a:custGeom>
              <a:avLst/>
              <a:gdLst/>
              <a:ahLst/>
              <a:cxnLst/>
              <a:rect l="l" t="t" r="r" b="b"/>
              <a:pathLst>
                <a:path w="15874" h="14067" extrusionOk="0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2103975" y="2658325"/>
              <a:ext cx="396850" cy="231925"/>
            </a:xfrm>
            <a:custGeom>
              <a:avLst/>
              <a:gdLst/>
              <a:ahLst/>
              <a:cxnLst/>
              <a:rect l="l" t="t" r="r" b="b"/>
              <a:pathLst>
                <a:path w="15874" h="9277" extrusionOk="0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2128325" y="2827800"/>
              <a:ext cx="303475" cy="182200"/>
            </a:xfrm>
            <a:custGeom>
              <a:avLst/>
              <a:gdLst/>
              <a:ahLst/>
              <a:cxnLst/>
              <a:rect l="l" t="t" r="r" b="b"/>
              <a:pathLst>
                <a:path w="12139" h="7288" extrusionOk="0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1742675" y="2677100"/>
              <a:ext cx="369950" cy="586100"/>
            </a:xfrm>
            <a:custGeom>
              <a:avLst/>
              <a:gdLst/>
              <a:ahLst/>
              <a:cxnLst/>
              <a:rect l="l" t="t" r="r" b="b"/>
              <a:pathLst>
                <a:path w="14798" h="23444" extrusionOk="0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1803050" y="2812575"/>
              <a:ext cx="308550" cy="450625"/>
            </a:xfrm>
            <a:custGeom>
              <a:avLst/>
              <a:gdLst/>
              <a:ahLst/>
              <a:cxnLst/>
              <a:rect l="l" t="t" r="r" b="b"/>
              <a:pathLst>
                <a:path w="12342" h="18025" extrusionOk="0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1609225" y="2745100"/>
              <a:ext cx="220750" cy="260850"/>
            </a:xfrm>
            <a:custGeom>
              <a:avLst/>
              <a:gdLst/>
              <a:ahLst/>
              <a:cxnLst/>
              <a:rect l="l" t="t" r="r" b="b"/>
              <a:pathLst>
                <a:path w="8830" h="10434" extrusionOk="0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411650" y="3545825"/>
              <a:ext cx="987000" cy="1167150"/>
            </a:xfrm>
            <a:custGeom>
              <a:avLst/>
              <a:gdLst/>
              <a:ahLst/>
              <a:cxnLst/>
              <a:rect l="l" t="t" r="r" b="b"/>
              <a:pathLst>
                <a:path w="39480" h="46686" extrusionOk="0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1038350" y="2851750"/>
              <a:ext cx="958575" cy="1010250"/>
            </a:xfrm>
            <a:custGeom>
              <a:avLst/>
              <a:gdLst/>
              <a:ahLst/>
              <a:cxnLst/>
              <a:rect l="l" t="t" r="r" b="b"/>
              <a:pathLst>
                <a:path w="38343" h="40410" extrusionOk="0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8"/>
            <p:cNvSpPr/>
            <p:nvPr/>
          </p:nvSpPr>
          <p:spPr>
            <a:xfrm>
              <a:off x="1299175" y="3440950"/>
              <a:ext cx="697750" cy="400750"/>
            </a:xfrm>
            <a:custGeom>
              <a:avLst/>
              <a:gdLst/>
              <a:ahLst/>
              <a:cxnLst/>
              <a:rect l="l" t="t" r="r" b="b"/>
              <a:pathLst>
                <a:path w="27910" h="16030" extrusionOk="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8"/>
            <p:cNvSpPr/>
            <p:nvPr/>
          </p:nvSpPr>
          <p:spPr>
            <a:xfrm>
              <a:off x="1187525" y="3150525"/>
              <a:ext cx="162425" cy="180675"/>
            </a:xfrm>
            <a:custGeom>
              <a:avLst/>
              <a:gdLst/>
              <a:ahLst/>
              <a:cxnLst/>
              <a:rect l="l" t="t" r="r" b="b"/>
              <a:pathLst>
                <a:path w="6497" h="7227" extrusionOk="0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1821325" y="3009975"/>
              <a:ext cx="33000" cy="171025"/>
            </a:xfrm>
            <a:custGeom>
              <a:avLst/>
              <a:gdLst/>
              <a:ahLst/>
              <a:cxnLst/>
              <a:rect l="l" t="t" r="r" b="b"/>
              <a:pathLst>
                <a:path w="1320" h="6841" extrusionOk="0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8"/>
            <p:cNvSpPr/>
            <p:nvPr/>
          </p:nvSpPr>
          <p:spPr>
            <a:xfrm>
              <a:off x="1442275" y="3649850"/>
              <a:ext cx="460775" cy="191850"/>
            </a:xfrm>
            <a:custGeom>
              <a:avLst/>
              <a:gdLst/>
              <a:ahLst/>
              <a:cxnLst/>
              <a:rect l="l" t="t" r="r" b="b"/>
              <a:pathLst>
                <a:path w="18431" h="7674" extrusionOk="0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8"/>
            <p:cNvSpPr/>
            <p:nvPr/>
          </p:nvSpPr>
          <p:spPr>
            <a:xfrm>
              <a:off x="1130700" y="3093200"/>
              <a:ext cx="207050" cy="252225"/>
            </a:xfrm>
            <a:custGeom>
              <a:avLst/>
              <a:gdLst/>
              <a:ahLst/>
              <a:cxnLst/>
              <a:rect l="l" t="t" r="r" b="b"/>
              <a:pathLst>
                <a:path w="8282" h="10089" extrusionOk="0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1674675" y="3399175"/>
              <a:ext cx="322250" cy="255225"/>
            </a:xfrm>
            <a:custGeom>
              <a:avLst/>
              <a:gdLst/>
              <a:ahLst/>
              <a:cxnLst/>
              <a:rect l="l" t="t" r="r" b="b"/>
              <a:pathLst>
                <a:path w="12890" h="10209" extrusionOk="0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8"/>
            <p:cNvSpPr/>
            <p:nvPr/>
          </p:nvSpPr>
          <p:spPr>
            <a:xfrm>
              <a:off x="1674675" y="2483750"/>
              <a:ext cx="466875" cy="506450"/>
            </a:xfrm>
            <a:custGeom>
              <a:avLst/>
              <a:gdLst/>
              <a:ahLst/>
              <a:cxnLst/>
              <a:rect l="l" t="t" r="r" b="b"/>
              <a:pathLst>
                <a:path w="18675" h="20258" extrusionOk="0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2062350" y="2248825"/>
              <a:ext cx="431350" cy="358275"/>
            </a:xfrm>
            <a:custGeom>
              <a:avLst/>
              <a:gdLst/>
              <a:ahLst/>
              <a:cxnLst/>
              <a:rect l="l" t="t" r="r" b="b"/>
              <a:pathLst>
                <a:path w="17254" h="14331" extrusionOk="0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2457150" y="2156650"/>
              <a:ext cx="367575" cy="240350"/>
            </a:xfrm>
            <a:custGeom>
              <a:avLst/>
              <a:gdLst/>
              <a:ahLst/>
              <a:cxnLst/>
              <a:rect l="l" t="t" r="r" b="b"/>
              <a:pathLst>
                <a:path w="14703" h="9614" extrusionOk="0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8"/>
            <p:cNvSpPr/>
            <p:nvPr/>
          </p:nvSpPr>
          <p:spPr>
            <a:xfrm>
              <a:off x="1630525" y="3068325"/>
              <a:ext cx="600325" cy="554150"/>
            </a:xfrm>
            <a:custGeom>
              <a:avLst/>
              <a:gdLst/>
              <a:ahLst/>
              <a:cxnLst/>
              <a:rect l="l" t="t" r="r" b="b"/>
              <a:pathLst>
                <a:path w="24013" h="22166" extrusionOk="0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2167900" y="2926925"/>
              <a:ext cx="374025" cy="324100"/>
            </a:xfrm>
            <a:custGeom>
              <a:avLst/>
              <a:gdLst/>
              <a:ahLst/>
              <a:cxnLst/>
              <a:rect l="l" t="t" r="r" b="b"/>
              <a:pathLst>
                <a:path w="14961" h="12964" extrusionOk="0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1742675" y="2998300"/>
              <a:ext cx="770825" cy="624175"/>
            </a:xfrm>
            <a:custGeom>
              <a:avLst/>
              <a:gdLst/>
              <a:ahLst/>
              <a:cxnLst/>
              <a:rect l="l" t="t" r="r" b="b"/>
              <a:pathLst>
                <a:path w="30833" h="24967" extrusionOk="0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1793425" y="3269275"/>
              <a:ext cx="433375" cy="353200"/>
            </a:xfrm>
            <a:custGeom>
              <a:avLst/>
              <a:gdLst/>
              <a:ahLst/>
              <a:cxnLst/>
              <a:rect l="l" t="t" r="r" b="b"/>
              <a:pathLst>
                <a:path w="17335" h="14128" extrusionOk="0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1535125" y="3314950"/>
              <a:ext cx="336475" cy="336450"/>
            </a:xfrm>
            <a:custGeom>
              <a:avLst/>
              <a:gdLst/>
              <a:ahLst/>
              <a:cxnLst/>
              <a:rect l="l" t="t" r="r" b="b"/>
              <a:pathLst>
                <a:path w="13459" h="13458" extrusionOk="0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8"/>
            <p:cNvSpPr/>
            <p:nvPr/>
          </p:nvSpPr>
          <p:spPr>
            <a:xfrm>
              <a:off x="2111575" y="3070350"/>
              <a:ext cx="174600" cy="174600"/>
            </a:xfrm>
            <a:custGeom>
              <a:avLst/>
              <a:gdLst/>
              <a:ahLst/>
              <a:cxnLst/>
              <a:rect l="l" t="t" r="r" b="b"/>
              <a:pathLst>
                <a:path w="6984" h="6984" extrusionOk="0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2127325" y="3079500"/>
              <a:ext cx="149700" cy="119775"/>
            </a:xfrm>
            <a:custGeom>
              <a:avLst/>
              <a:gdLst/>
              <a:ahLst/>
              <a:cxnLst/>
              <a:rect l="l" t="t" r="r" b="b"/>
              <a:pathLst>
                <a:path w="5988" h="4791" extrusionOk="0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1569625" y="3336250"/>
              <a:ext cx="279625" cy="223800"/>
            </a:xfrm>
            <a:custGeom>
              <a:avLst/>
              <a:gdLst/>
              <a:ahLst/>
              <a:cxnLst/>
              <a:rect l="l" t="t" r="r" b="b"/>
              <a:pathLst>
                <a:path w="11185" h="8952" extrusionOk="0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1324025" y="3150525"/>
              <a:ext cx="532350" cy="695225"/>
            </a:xfrm>
            <a:custGeom>
              <a:avLst/>
              <a:gdLst/>
              <a:ahLst/>
              <a:cxnLst/>
              <a:rect l="l" t="t" r="r" b="b"/>
              <a:pathLst>
                <a:path w="21294" h="27809" extrusionOk="0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927725" y="3772150"/>
              <a:ext cx="348625" cy="799750"/>
            </a:xfrm>
            <a:custGeom>
              <a:avLst/>
              <a:gdLst/>
              <a:ahLst/>
              <a:cxnLst/>
              <a:rect l="l" t="t" r="r" b="b"/>
              <a:pathLst>
                <a:path w="13945" h="31990" extrusionOk="0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1773125" y="2566475"/>
              <a:ext cx="334425" cy="369425"/>
            </a:xfrm>
            <a:custGeom>
              <a:avLst/>
              <a:gdLst/>
              <a:ahLst/>
              <a:cxnLst/>
              <a:rect l="l" t="t" r="r" b="b"/>
              <a:pathLst>
                <a:path w="13377" h="14777" extrusionOk="0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2127325" y="2341675"/>
              <a:ext cx="353200" cy="211625"/>
            </a:xfrm>
            <a:custGeom>
              <a:avLst/>
              <a:gdLst/>
              <a:ahLst/>
              <a:cxnLst/>
              <a:rect l="l" t="t" r="r" b="b"/>
              <a:pathLst>
                <a:path w="14128" h="8465" extrusionOk="0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2492675" y="2220900"/>
              <a:ext cx="325800" cy="121300"/>
            </a:xfrm>
            <a:custGeom>
              <a:avLst/>
              <a:gdLst/>
              <a:ahLst/>
              <a:cxnLst/>
              <a:rect l="l" t="t" r="r" b="b"/>
              <a:pathLst>
                <a:path w="13032" h="4852" extrusionOk="0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1038350" y="3810725"/>
              <a:ext cx="360300" cy="902250"/>
            </a:xfrm>
            <a:custGeom>
              <a:avLst/>
              <a:gdLst/>
              <a:ahLst/>
              <a:cxnLst/>
              <a:rect l="l" t="t" r="r" b="b"/>
              <a:pathLst>
                <a:path w="14412" h="36090" extrusionOk="0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2342475" y="3201775"/>
              <a:ext cx="310575" cy="324800"/>
            </a:xfrm>
            <a:custGeom>
              <a:avLst/>
              <a:gdLst/>
              <a:ahLst/>
              <a:cxnLst/>
              <a:rect l="l" t="t" r="r" b="b"/>
              <a:pathLst>
                <a:path w="12423" h="12992" extrusionOk="0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2261775" y="3182500"/>
              <a:ext cx="284200" cy="170200"/>
            </a:xfrm>
            <a:custGeom>
              <a:avLst/>
              <a:gdLst/>
              <a:ahLst/>
              <a:cxnLst/>
              <a:rect l="l" t="t" r="r" b="b"/>
              <a:pathLst>
                <a:path w="11368" h="6808" extrusionOk="0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2512450" y="2908475"/>
              <a:ext cx="91375" cy="203000"/>
            </a:xfrm>
            <a:custGeom>
              <a:avLst/>
              <a:gdLst/>
              <a:ahLst/>
              <a:cxnLst/>
              <a:rect l="l" t="t" r="r" b="b"/>
              <a:pathLst>
                <a:path w="3655" h="8120" extrusionOk="0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2162325" y="2366025"/>
              <a:ext cx="331375" cy="241075"/>
            </a:xfrm>
            <a:custGeom>
              <a:avLst/>
              <a:gdLst/>
              <a:ahLst/>
              <a:cxnLst/>
              <a:rect l="l" t="t" r="r" b="b"/>
              <a:pathLst>
                <a:path w="13255" h="9643" extrusionOk="0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1829950" y="2609600"/>
              <a:ext cx="311600" cy="380600"/>
            </a:xfrm>
            <a:custGeom>
              <a:avLst/>
              <a:gdLst/>
              <a:ahLst/>
              <a:cxnLst/>
              <a:rect l="l" t="t" r="r" b="b"/>
              <a:pathLst>
                <a:path w="12464" h="15224" extrusionOk="0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2510425" y="2261500"/>
              <a:ext cx="293850" cy="135500"/>
            </a:xfrm>
            <a:custGeom>
              <a:avLst/>
              <a:gdLst/>
              <a:ahLst/>
              <a:cxnLst/>
              <a:rect l="l" t="t" r="r" b="b"/>
              <a:pathLst>
                <a:path w="11754" h="5420" extrusionOk="0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2468825" y="3251000"/>
              <a:ext cx="184225" cy="177625"/>
            </a:xfrm>
            <a:custGeom>
              <a:avLst/>
              <a:gdLst/>
              <a:ahLst/>
              <a:cxnLst/>
              <a:rect l="l" t="t" r="r" b="b"/>
              <a:pathLst>
                <a:path w="7369" h="7105" extrusionOk="0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2670275" y="3167775"/>
              <a:ext cx="20325" cy="69550"/>
            </a:xfrm>
            <a:custGeom>
              <a:avLst/>
              <a:gdLst/>
              <a:ahLst/>
              <a:cxnLst/>
              <a:rect l="l" t="t" r="r" b="b"/>
              <a:pathLst>
                <a:path w="813" h="2782" extrusionOk="0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2502325" y="2156675"/>
              <a:ext cx="313100" cy="52575"/>
            </a:xfrm>
            <a:custGeom>
              <a:avLst/>
              <a:gdLst/>
              <a:ahLst/>
              <a:cxnLst/>
              <a:rect l="l" t="t" r="r" b="b"/>
              <a:pathLst>
                <a:path w="12524" h="2103" extrusionOk="0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2062350" y="2248825"/>
              <a:ext cx="375025" cy="224300"/>
            </a:xfrm>
            <a:custGeom>
              <a:avLst/>
              <a:gdLst/>
              <a:ahLst/>
              <a:cxnLst/>
              <a:rect l="l" t="t" r="r" b="b"/>
              <a:pathLst>
                <a:path w="15001" h="8972" extrusionOk="0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1674675" y="2483750"/>
              <a:ext cx="369450" cy="375550"/>
            </a:xfrm>
            <a:custGeom>
              <a:avLst/>
              <a:gdLst/>
              <a:ahLst/>
              <a:cxnLst/>
              <a:rect l="l" t="t" r="r" b="b"/>
              <a:pathLst>
                <a:path w="14778" h="15022" extrusionOk="0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1355500" y="2851750"/>
              <a:ext cx="313125" cy="264300"/>
            </a:xfrm>
            <a:custGeom>
              <a:avLst/>
              <a:gdLst/>
              <a:ahLst/>
              <a:cxnLst/>
              <a:rect l="l" t="t" r="r" b="b"/>
              <a:pathLst>
                <a:path w="12525" h="10572" extrusionOk="0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1121050" y="3061225"/>
              <a:ext cx="247675" cy="295850"/>
            </a:xfrm>
            <a:custGeom>
              <a:avLst/>
              <a:gdLst/>
              <a:ahLst/>
              <a:cxnLst/>
              <a:rect l="l" t="t" r="r" b="b"/>
              <a:pathLst>
                <a:path w="9907" h="11834" extrusionOk="0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1299675" y="3850300"/>
              <a:ext cx="98975" cy="436925"/>
            </a:xfrm>
            <a:custGeom>
              <a:avLst/>
              <a:gdLst/>
              <a:ahLst/>
              <a:cxnLst/>
              <a:rect l="l" t="t" r="r" b="b"/>
              <a:pathLst>
                <a:path w="3959" h="17477" extrusionOk="0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1387975" y="3826450"/>
              <a:ext cx="59400" cy="35550"/>
            </a:xfrm>
            <a:custGeom>
              <a:avLst/>
              <a:gdLst/>
              <a:ahLst/>
              <a:cxnLst/>
              <a:rect l="l" t="t" r="r" b="b"/>
              <a:pathLst>
                <a:path w="2376" h="1422" extrusionOk="0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1506200" y="2736975"/>
              <a:ext cx="131450" cy="102025"/>
            </a:xfrm>
            <a:custGeom>
              <a:avLst/>
              <a:gdLst/>
              <a:ahLst/>
              <a:cxnLst/>
              <a:rect l="l" t="t" r="r" b="b"/>
              <a:pathLst>
                <a:path w="5258" h="4081" extrusionOk="0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1038350" y="3368725"/>
              <a:ext cx="97950" cy="188300"/>
            </a:xfrm>
            <a:custGeom>
              <a:avLst/>
              <a:gdLst/>
              <a:ahLst/>
              <a:cxnLst/>
              <a:rect l="l" t="t" r="r" b="b"/>
              <a:pathLst>
                <a:path w="3918" h="7532" extrusionOk="0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8"/>
            <p:cNvSpPr/>
            <p:nvPr/>
          </p:nvSpPr>
          <p:spPr>
            <a:xfrm>
              <a:off x="411650" y="3545825"/>
              <a:ext cx="626725" cy="879425"/>
            </a:xfrm>
            <a:custGeom>
              <a:avLst/>
              <a:gdLst/>
              <a:ahLst/>
              <a:cxnLst/>
              <a:rect l="l" t="t" r="r" b="b"/>
              <a:pathLst>
                <a:path w="25069" h="35177" extrusionOk="0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8"/>
            <p:cNvSpPr/>
            <p:nvPr/>
          </p:nvSpPr>
          <p:spPr>
            <a:xfrm>
              <a:off x="2167900" y="2926925"/>
              <a:ext cx="320225" cy="141425"/>
            </a:xfrm>
            <a:custGeom>
              <a:avLst/>
              <a:gdLst/>
              <a:ahLst/>
              <a:cxnLst/>
              <a:rect l="l" t="t" r="r" b="b"/>
              <a:pathLst>
                <a:path w="12809" h="5657" extrusionOk="0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8"/>
            <p:cNvSpPr/>
            <p:nvPr/>
          </p:nvSpPr>
          <p:spPr>
            <a:xfrm>
              <a:off x="1630525" y="3068325"/>
              <a:ext cx="516600" cy="251725"/>
            </a:xfrm>
            <a:custGeom>
              <a:avLst/>
              <a:gdLst/>
              <a:ahLst/>
              <a:cxnLst/>
              <a:rect l="l" t="t" r="r" b="b"/>
              <a:pathLst>
                <a:path w="20664" h="10069" extrusionOk="0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8"/>
            <p:cNvSpPr/>
            <p:nvPr/>
          </p:nvSpPr>
          <p:spPr>
            <a:xfrm>
              <a:off x="2209000" y="2407125"/>
              <a:ext cx="280150" cy="199975"/>
            </a:xfrm>
            <a:custGeom>
              <a:avLst/>
              <a:gdLst/>
              <a:ahLst/>
              <a:cxnLst/>
              <a:rect l="l" t="t" r="r" b="b"/>
              <a:pathLst>
                <a:path w="11206" h="7999" extrusionOk="0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8"/>
            <p:cNvSpPr/>
            <p:nvPr/>
          </p:nvSpPr>
          <p:spPr>
            <a:xfrm>
              <a:off x="1848225" y="2649700"/>
              <a:ext cx="293325" cy="340500"/>
            </a:xfrm>
            <a:custGeom>
              <a:avLst/>
              <a:gdLst/>
              <a:ahLst/>
              <a:cxnLst/>
              <a:rect l="l" t="t" r="r" b="b"/>
              <a:pathLst>
                <a:path w="11733" h="13620" extrusionOk="0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2544425" y="2289925"/>
              <a:ext cx="241575" cy="107075"/>
            </a:xfrm>
            <a:custGeom>
              <a:avLst/>
              <a:gdLst/>
              <a:ahLst/>
              <a:cxnLst/>
              <a:rect l="l" t="t" r="r" b="b"/>
              <a:pathLst>
                <a:path w="9663" h="4283" extrusionOk="0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1984225" y="2412200"/>
              <a:ext cx="83750" cy="57875"/>
            </a:xfrm>
            <a:custGeom>
              <a:avLst/>
              <a:gdLst/>
              <a:ahLst/>
              <a:cxnLst/>
              <a:rect l="l" t="t" r="r" b="b"/>
              <a:pathLst>
                <a:path w="3350" h="2315" extrusionOk="0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2407425" y="2199600"/>
              <a:ext cx="83750" cy="24875"/>
            </a:xfrm>
            <a:custGeom>
              <a:avLst/>
              <a:gdLst/>
              <a:ahLst/>
              <a:cxnLst/>
              <a:rect l="l" t="t" r="r" b="b"/>
              <a:pathLst>
                <a:path w="3350" h="995" extrusionOk="0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2270925" y="3027725"/>
              <a:ext cx="237500" cy="223300"/>
            </a:xfrm>
            <a:custGeom>
              <a:avLst/>
              <a:gdLst/>
              <a:ahLst/>
              <a:cxnLst/>
              <a:rect l="l" t="t" r="r" b="b"/>
              <a:pathLst>
                <a:path w="9500" h="8932" extrusionOk="0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2352100" y="3157650"/>
              <a:ext cx="206925" cy="158850"/>
            </a:xfrm>
            <a:custGeom>
              <a:avLst/>
              <a:gdLst/>
              <a:ahLst/>
              <a:cxnLst/>
              <a:rect l="l" t="t" r="r" b="b"/>
              <a:pathLst>
                <a:path w="8277" h="6354" extrusionOk="0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38"/>
          <p:cNvGrpSpPr/>
          <p:nvPr/>
        </p:nvGrpSpPr>
        <p:grpSpPr>
          <a:xfrm>
            <a:off x="6779025" y="349504"/>
            <a:ext cx="913425" cy="370975"/>
            <a:chOff x="6514150" y="4420266"/>
            <a:chExt cx="913425" cy="370975"/>
          </a:xfrm>
        </p:grpSpPr>
        <p:sp>
          <p:nvSpPr>
            <p:cNvPr id="383" name="Google Shape;383;p38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38"/>
          <p:cNvSpPr/>
          <p:nvPr/>
        </p:nvSpPr>
        <p:spPr>
          <a:xfrm>
            <a:off x="2086350" y="823325"/>
            <a:ext cx="1270200" cy="12702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38"/>
          <p:cNvGrpSpPr/>
          <p:nvPr/>
        </p:nvGrpSpPr>
        <p:grpSpPr>
          <a:xfrm>
            <a:off x="3091863" y="1052012"/>
            <a:ext cx="537556" cy="136576"/>
            <a:chOff x="2641350" y="846250"/>
            <a:chExt cx="413600" cy="105075"/>
          </a:xfrm>
        </p:grpSpPr>
        <p:sp>
          <p:nvSpPr>
            <p:cNvPr id="387" name="Google Shape;387;p38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1" name="Google Shape;391;p38"/>
          <p:cNvCxnSpPr/>
          <p:nvPr/>
        </p:nvCxnSpPr>
        <p:spPr>
          <a:xfrm rot="10800000" flipH="1">
            <a:off x="3459250" y="3707110"/>
            <a:ext cx="4990500" cy="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38"/>
          <p:cNvSpPr txBox="1">
            <a:spLocks noGrp="1"/>
          </p:cNvSpPr>
          <p:nvPr>
            <p:ph type="subTitle" idx="2"/>
          </p:nvPr>
        </p:nvSpPr>
        <p:spPr>
          <a:xfrm>
            <a:off x="3356550" y="3840335"/>
            <a:ext cx="4412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Petre Horia Ioan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632AB FIIR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/>
          <p:nvPr/>
        </p:nvSpPr>
        <p:spPr>
          <a:xfrm>
            <a:off x="6037030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0"/>
          <p:cNvSpPr/>
          <p:nvPr/>
        </p:nvSpPr>
        <p:spPr>
          <a:xfrm>
            <a:off x="6037192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0"/>
          <p:cNvSpPr/>
          <p:nvPr/>
        </p:nvSpPr>
        <p:spPr>
          <a:xfrm>
            <a:off x="3336004" y="29227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0"/>
          <p:cNvSpPr/>
          <p:nvPr/>
        </p:nvSpPr>
        <p:spPr>
          <a:xfrm>
            <a:off x="3336167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0"/>
          <p:cNvSpPr/>
          <p:nvPr/>
        </p:nvSpPr>
        <p:spPr>
          <a:xfrm>
            <a:off x="611870" y="2908666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0"/>
          <p:cNvSpPr/>
          <p:nvPr/>
        </p:nvSpPr>
        <p:spPr>
          <a:xfrm>
            <a:off x="623800" y="1059641"/>
            <a:ext cx="2495100" cy="179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"/>
          <p:cNvSpPr txBox="1">
            <a:spLocks noGrp="1"/>
          </p:cNvSpPr>
          <p:nvPr>
            <p:ph type="subTitle" idx="1"/>
          </p:nvPr>
        </p:nvSpPr>
        <p:spPr>
          <a:xfrm>
            <a:off x="7200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Descrierea ideii generale</a:t>
            </a:r>
            <a:endParaRPr dirty="0"/>
          </a:p>
        </p:txBody>
      </p:sp>
      <p:sp>
        <p:nvSpPr>
          <p:cNvPr id="415" name="Google Shape;415;p40"/>
          <p:cNvSpPr txBox="1">
            <a:spLocks noGrp="1"/>
          </p:cNvSpPr>
          <p:nvPr>
            <p:ph type="title"/>
          </p:nvPr>
        </p:nvSpPr>
        <p:spPr>
          <a:xfrm>
            <a:off x="720000" y="1621208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Desciere </a:t>
            </a:r>
            <a:endParaRPr dirty="0"/>
          </a:p>
        </p:txBody>
      </p:sp>
      <p:sp>
        <p:nvSpPr>
          <p:cNvPr id="416" name="Google Shape;416;p40"/>
          <p:cNvSpPr txBox="1">
            <a:spLocks noGrp="1"/>
          </p:cNvSpPr>
          <p:nvPr>
            <p:ph type="title" idx="2"/>
          </p:nvPr>
        </p:nvSpPr>
        <p:spPr>
          <a:xfrm>
            <a:off x="720000" y="1158483"/>
            <a:ext cx="9246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417" name="Google Shape;417;p40"/>
          <p:cNvSpPr txBox="1">
            <a:spLocks noGrp="1"/>
          </p:cNvSpPr>
          <p:nvPr>
            <p:ph type="title" idx="3"/>
          </p:nvPr>
        </p:nvSpPr>
        <p:spPr>
          <a:xfrm>
            <a:off x="3403800" y="1621216"/>
            <a:ext cx="23364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Studii de caz</a:t>
            </a:r>
            <a:endParaRPr sz="2000" dirty="0"/>
          </a:p>
        </p:txBody>
      </p:sp>
      <p:sp>
        <p:nvSpPr>
          <p:cNvPr id="418" name="Google Shape;418;p40"/>
          <p:cNvSpPr txBox="1">
            <a:spLocks noGrp="1"/>
          </p:cNvSpPr>
          <p:nvPr>
            <p:ph type="title" idx="4"/>
          </p:nvPr>
        </p:nvSpPr>
        <p:spPr>
          <a:xfrm>
            <a:off x="34038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419" name="Google Shape;419;p40"/>
          <p:cNvSpPr txBox="1">
            <a:spLocks noGrp="1"/>
          </p:cNvSpPr>
          <p:nvPr>
            <p:ph type="subTitle" idx="5"/>
          </p:nvPr>
        </p:nvSpPr>
        <p:spPr>
          <a:xfrm>
            <a:off x="34038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Studii de caz din Romania asupra traficului rutiwe</a:t>
            </a:r>
            <a:endParaRPr dirty="0"/>
          </a:p>
        </p:txBody>
      </p:sp>
      <p:sp>
        <p:nvSpPr>
          <p:cNvPr id="420" name="Google Shape;420;p40"/>
          <p:cNvSpPr txBox="1">
            <a:spLocks noGrp="1"/>
          </p:cNvSpPr>
          <p:nvPr>
            <p:ph type="title" idx="6"/>
          </p:nvPr>
        </p:nvSpPr>
        <p:spPr>
          <a:xfrm>
            <a:off x="6087600" y="1621208"/>
            <a:ext cx="2724773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2000" dirty="0"/>
              <a:t>Sistemul cu Inteligenta artificala</a:t>
            </a:r>
            <a:endParaRPr sz="2000" dirty="0"/>
          </a:p>
        </p:txBody>
      </p:sp>
      <p:sp>
        <p:nvSpPr>
          <p:cNvPr id="421" name="Google Shape;421;p40"/>
          <p:cNvSpPr txBox="1">
            <a:spLocks noGrp="1"/>
          </p:cNvSpPr>
          <p:nvPr>
            <p:ph type="title" idx="7"/>
          </p:nvPr>
        </p:nvSpPr>
        <p:spPr>
          <a:xfrm>
            <a:off x="6087600" y="1158483"/>
            <a:ext cx="9234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subTitle" idx="8"/>
          </p:nvPr>
        </p:nvSpPr>
        <p:spPr>
          <a:xfrm>
            <a:off x="6087600" y="2261249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Reteaua neuronala care va invata scoruri.</a:t>
            </a:r>
            <a:endParaRPr dirty="0"/>
          </a:p>
        </p:txBody>
      </p:sp>
      <p:sp>
        <p:nvSpPr>
          <p:cNvPr id="423" name="Google Shape;423;p40"/>
          <p:cNvSpPr txBox="1">
            <a:spLocks noGrp="1"/>
          </p:cNvSpPr>
          <p:nvPr>
            <p:ph type="title" idx="9"/>
          </p:nvPr>
        </p:nvSpPr>
        <p:spPr>
          <a:xfrm>
            <a:off x="7200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</a:rPr>
              <a:t>Fluxul</a:t>
            </a:r>
            <a:r>
              <a:rPr lang="en-US" dirty="0">
                <a:solidFill>
                  <a:schemeClr val="accent2"/>
                </a:solidFill>
              </a:rPr>
              <a:t> de date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24" name="Google Shape;424;p40"/>
          <p:cNvSpPr txBox="1">
            <a:spLocks noGrp="1"/>
          </p:cNvSpPr>
          <p:nvPr>
            <p:ph type="title" idx="13"/>
          </p:nvPr>
        </p:nvSpPr>
        <p:spPr>
          <a:xfrm>
            <a:off x="7200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425" name="Google Shape;425;p40"/>
          <p:cNvSpPr txBox="1">
            <a:spLocks noGrp="1"/>
          </p:cNvSpPr>
          <p:nvPr>
            <p:ph type="subTitle" idx="14"/>
          </p:nvPr>
        </p:nvSpPr>
        <p:spPr>
          <a:xfrm>
            <a:off x="7200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Procesul prin care trec datele de intrare si iesire</a:t>
            </a:r>
            <a:endParaRPr dirty="0"/>
          </a:p>
        </p:txBody>
      </p:sp>
      <p:sp>
        <p:nvSpPr>
          <p:cNvPr id="426" name="Google Shape;426;p40"/>
          <p:cNvSpPr txBox="1">
            <a:spLocks noGrp="1"/>
          </p:cNvSpPr>
          <p:nvPr>
            <p:ph type="title" idx="15"/>
          </p:nvPr>
        </p:nvSpPr>
        <p:spPr>
          <a:xfrm>
            <a:off x="34038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accent2"/>
                </a:solidFill>
              </a:rPr>
              <a:t>Surse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27" name="Google Shape;427;p40"/>
          <p:cNvSpPr txBox="1">
            <a:spLocks noGrp="1"/>
          </p:cNvSpPr>
          <p:nvPr>
            <p:ph type="title" idx="16"/>
          </p:nvPr>
        </p:nvSpPr>
        <p:spPr>
          <a:xfrm>
            <a:off x="34038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428" name="Google Shape;428;p40"/>
          <p:cNvSpPr txBox="1">
            <a:spLocks noGrp="1"/>
          </p:cNvSpPr>
          <p:nvPr>
            <p:ph type="subTitle" idx="17"/>
          </p:nvPr>
        </p:nvSpPr>
        <p:spPr>
          <a:xfrm>
            <a:off x="34038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Bibliografie+surse de inspiratie</a:t>
            </a:r>
            <a:endParaRPr dirty="0"/>
          </a:p>
        </p:txBody>
      </p:sp>
      <p:sp>
        <p:nvSpPr>
          <p:cNvPr id="429" name="Google Shape;429;p40"/>
          <p:cNvSpPr txBox="1">
            <a:spLocks noGrp="1"/>
          </p:cNvSpPr>
          <p:nvPr>
            <p:ph type="title" idx="18"/>
          </p:nvPr>
        </p:nvSpPr>
        <p:spPr>
          <a:xfrm>
            <a:off x="6087600" y="3475466"/>
            <a:ext cx="2336400" cy="7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ConCLuzii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30" name="Google Shape;430;p40"/>
          <p:cNvSpPr txBox="1">
            <a:spLocks noGrp="1"/>
          </p:cNvSpPr>
          <p:nvPr>
            <p:ph type="title" idx="19"/>
          </p:nvPr>
        </p:nvSpPr>
        <p:spPr>
          <a:xfrm>
            <a:off x="6087600" y="3012741"/>
            <a:ext cx="9234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431" name="Google Shape;431;p40"/>
          <p:cNvSpPr txBox="1">
            <a:spLocks noGrp="1"/>
          </p:cNvSpPr>
          <p:nvPr>
            <p:ph type="subTitle" idx="20"/>
          </p:nvPr>
        </p:nvSpPr>
        <p:spPr>
          <a:xfrm>
            <a:off x="6087600" y="411550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Functionalitatea modelului realizat.</a:t>
            </a:r>
            <a:endParaRPr dirty="0"/>
          </a:p>
        </p:txBody>
      </p:sp>
      <p:sp>
        <p:nvSpPr>
          <p:cNvPr id="432" name="Google Shape;432;p40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CUprins</a:t>
            </a:r>
            <a:endParaRPr dirty="0"/>
          </a:p>
        </p:txBody>
      </p:sp>
      <p:sp>
        <p:nvSpPr>
          <p:cNvPr id="433" name="Google Shape;433;p40"/>
          <p:cNvSpPr/>
          <p:nvPr/>
        </p:nvSpPr>
        <p:spPr>
          <a:xfrm>
            <a:off x="8262473" y="1570679"/>
            <a:ext cx="549900" cy="5499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"/>
          <p:cNvSpPr/>
          <p:nvPr/>
        </p:nvSpPr>
        <p:spPr>
          <a:xfrm>
            <a:off x="1402060" y="500977"/>
            <a:ext cx="796500" cy="796500"/>
          </a:xfrm>
          <a:prstGeom prst="ellipse">
            <a:avLst/>
          </a:prstGeom>
          <a:solidFill>
            <a:schemeClr val="accent1">
              <a:alpha val="359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40"/>
          <p:cNvGrpSpPr/>
          <p:nvPr/>
        </p:nvGrpSpPr>
        <p:grpSpPr>
          <a:xfrm rot="10800000">
            <a:off x="1186863" y="823412"/>
            <a:ext cx="537556" cy="136576"/>
            <a:chOff x="2641350" y="846250"/>
            <a:chExt cx="413600" cy="105075"/>
          </a:xfrm>
        </p:grpSpPr>
        <p:sp>
          <p:nvSpPr>
            <p:cNvPr id="436" name="Google Shape;436;p40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/>
          <p:nvPr/>
        </p:nvSpPr>
        <p:spPr>
          <a:xfrm>
            <a:off x="1441200" y="519600"/>
            <a:ext cx="6261600" cy="410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2"/>
          <p:cNvSpPr/>
          <p:nvPr/>
        </p:nvSpPr>
        <p:spPr>
          <a:xfrm>
            <a:off x="1791350" y="851550"/>
            <a:ext cx="55800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2"/>
          <p:cNvSpPr txBox="1">
            <a:spLocks noGrp="1"/>
          </p:cNvSpPr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</a:t>
            </a:r>
            <a:endParaRPr dirty="0"/>
          </a:p>
        </p:txBody>
      </p:sp>
      <p:sp>
        <p:nvSpPr>
          <p:cNvPr id="460" name="Google Shape;460;p42"/>
          <p:cNvSpPr txBox="1">
            <a:spLocks noGrp="1"/>
          </p:cNvSpPr>
          <p:nvPr>
            <p:ph type="title" idx="2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461" name="Google Shape;461;p42"/>
          <p:cNvSpPr txBox="1">
            <a:spLocks noGrp="1"/>
          </p:cNvSpPr>
          <p:nvPr>
            <p:ph type="subTitle" idx="1"/>
          </p:nvPr>
        </p:nvSpPr>
        <p:spPr>
          <a:xfrm>
            <a:off x="1897842" y="3055967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Descrierea ideii generale</a:t>
            </a:r>
            <a:endParaRPr dirty="0"/>
          </a:p>
        </p:txBody>
      </p:sp>
      <p:sp>
        <p:nvSpPr>
          <p:cNvPr id="462" name="Google Shape;462;p42"/>
          <p:cNvSpPr/>
          <p:nvPr/>
        </p:nvSpPr>
        <p:spPr>
          <a:xfrm>
            <a:off x="2195400" y="373100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42"/>
          <p:cNvGrpSpPr/>
          <p:nvPr/>
        </p:nvGrpSpPr>
        <p:grpSpPr>
          <a:xfrm>
            <a:off x="2710863" y="1234912"/>
            <a:ext cx="537556" cy="136576"/>
            <a:chOff x="2641350" y="846250"/>
            <a:chExt cx="413600" cy="105075"/>
          </a:xfrm>
        </p:grpSpPr>
        <p:sp>
          <p:nvSpPr>
            <p:cNvPr id="464" name="Google Shape;464;p42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42"/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469" name="Google Shape;469;p42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8" name="Google Shape;478;p42"/>
          <p:cNvCxnSpPr/>
          <p:nvPr/>
        </p:nvCxnSpPr>
        <p:spPr>
          <a:xfrm rot="10800000" flipH="1">
            <a:off x="2195400" y="3762159"/>
            <a:ext cx="6957300" cy="2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/>
          <p:nvPr/>
        </p:nvSpPr>
        <p:spPr>
          <a:xfrm>
            <a:off x="715100" y="535000"/>
            <a:ext cx="4107600" cy="40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4" name="Google Shape;484;p43"/>
          <p:cNvSpPr txBox="1">
            <a:spLocks noGrp="1"/>
          </p:cNvSpPr>
          <p:nvPr>
            <p:ph type="title"/>
          </p:nvPr>
        </p:nvSpPr>
        <p:spPr>
          <a:xfrm>
            <a:off x="896000" y="1424283"/>
            <a:ext cx="367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Demoniul de interes</a:t>
            </a:r>
            <a:endParaRPr dirty="0"/>
          </a:p>
        </p:txBody>
      </p:sp>
      <p:grpSp>
        <p:nvGrpSpPr>
          <p:cNvPr id="485" name="Google Shape;485;p43"/>
          <p:cNvGrpSpPr/>
          <p:nvPr/>
        </p:nvGrpSpPr>
        <p:grpSpPr>
          <a:xfrm rot="10800000">
            <a:off x="-369277" y="3791021"/>
            <a:ext cx="2159530" cy="548628"/>
            <a:chOff x="2641350" y="846250"/>
            <a:chExt cx="413600" cy="105075"/>
          </a:xfrm>
        </p:grpSpPr>
        <p:sp>
          <p:nvSpPr>
            <p:cNvPr id="486" name="Google Shape;486;p4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0" name="Google Shape;490;p43"/>
          <p:cNvSpPr/>
          <p:nvPr/>
        </p:nvSpPr>
        <p:spPr>
          <a:xfrm>
            <a:off x="2728800" y="373100"/>
            <a:ext cx="998400" cy="9984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1" name="Google Shape;491;p43"/>
          <p:cNvGrpSpPr/>
          <p:nvPr/>
        </p:nvGrpSpPr>
        <p:grpSpPr>
          <a:xfrm>
            <a:off x="3244263" y="1234912"/>
            <a:ext cx="537556" cy="136576"/>
            <a:chOff x="2641350" y="846250"/>
            <a:chExt cx="413600" cy="105075"/>
          </a:xfrm>
        </p:grpSpPr>
        <p:sp>
          <p:nvSpPr>
            <p:cNvPr id="492" name="Google Shape;492;p4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43"/>
          <p:cNvSpPr txBox="1">
            <a:spLocks noGrp="1"/>
          </p:cNvSpPr>
          <p:nvPr>
            <p:ph type="body" idx="1"/>
          </p:nvPr>
        </p:nvSpPr>
        <p:spPr>
          <a:xfrm>
            <a:off x="896000" y="2179726"/>
            <a:ext cx="3675900" cy="13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Tot conceptul va fi de mare ajutor mai ales pentru soferii incepatori dar si pentru prevenirea accidentelor auto si a ambuteiajelor rutiere.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497" name="Google Shape;497;p43"/>
          <p:cNvPicPr preferRelativeResize="0"/>
          <p:nvPr/>
        </p:nvPicPr>
        <p:blipFill rotWithShape="1">
          <a:blip r:embed="rId3">
            <a:alphaModFix/>
          </a:blip>
          <a:srcRect l="30496" r="20872"/>
          <a:stretch/>
        </p:blipFill>
        <p:spPr>
          <a:xfrm>
            <a:off x="5058425" y="-125"/>
            <a:ext cx="3369900" cy="46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Cauzele</a:t>
            </a:r>
            <a:r>
              <a:rPr lang="en-US" dirty="0"/>
              <a:t> </a:t>
            </a:r>
            <a:r>
              <a:rPr lang="en-US" dirty="0" err="1"/>
              <a:t>accidentelor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522" name="Google Shape;522;p45"/>
          <p:cNvSpPr txBox="1">
            <a:spLocks noGrp="1"/>
          </p:cNvSpPr>
          <p:nvPr>
            <p:ph type="title"/>
          </p:nvPr>
        </p:nvSpPr>
        <p:spPr>
          <a:xfrm>
            <a:off x="8724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aglomeratia</a:t>
            </a:r>
            <a:endParaRPr dirty="0"/>
          </a:p>
        </p:txBody>
      </p:sp>
      <p:sp>
        <p:nvSpPr>
          <p:cNvPr id="523" name="Google Shape;523;p45"/>
          <p:cNvSpPr txBox="1">
            <a:spLocks noGrp="1"/>
          </p:cNvSpPr>
          <p:nvPr>
            <p:ph type="subTitle" idx="1"/>
          </p:nvPr>
        </p:nvSpPr>
        <p:spPr>
          <a:xfrm>
            <a:off x="8724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Aglomeratia duce adesea la stresul constant si conduce la graba.</a:t>
            </a:r>
            <a:endParaRPr dirty="0"/>
          </a:p>
        </p:txBody>
      </p:sp>
      <p:sp>
        <p:nvSpPr>
          <p:cNvPr id="524" name="Google Shape;524;p45"/>
          <p:cNvSpPr txBox="1">
            <a:spLocks noGrp="1"/>
          </p:cNvSpPr>
          <p:nvPr>
            <p:ph type="title" idx="2"/>
          </p:nvPr>
        </p:nvSpPr>
        <p:spPr>
          <a:xfrm>
            <a:off x="34038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Obtinerea permisului</a:t>
            </a:r>
            <a:endParaRPr dirty="0"/>
          </a:p>
        </p:txBody>
      </p:sp>
      <p:sp>
        <p:nvSpPr>
          <p:cNvPr id="525" name="Google Shape;525;p45"/>
          <p:cNvSpPr txBox="1">
            <a:spLocks noGrp="1"/>
          </p:cNvSpPr>
          <p:nvPr>
            <p:ph type="subTitle" idx="3"/>
          </p:nvPr>
        </p:nvSpPr>
        <p:spPr>
          <a:xfrm>
            <a:off x="34038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multe cazuri examenul auto ar trebui sa fie mai complicat</a:t>
            </a:r>
            <a:endParaRPr dirty="0"/>
          </a:p>
        </p:txBody>
      </p:sp>
      <p:sp>
        <p:nvSpPr>
          <p:cNvPr id="526" name="Google Shape;526;p45"/>
          <p:cNvSpPr txBox="1">
            <a:spLocks noGrp="1"/>
          </p:cNvSpPr>
          <p:nvPr>
            <p:ph type="title" idx="4"/>
          </p:nvPr>
        </p:nvSpPr>
        <p:spPr>
          <a:xfrm>
            <a:off x="5935200" y="2645013"/>
            <a:ext cx="23364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Dezinsteres</a:t>
            </a:r>
            <a:endParaRPr dirty="0"/>
          </a:p>
        </p:txBody>
      </p:sp>
      <p:sp>
        <p:nvSpPr>
          <p:cNvPr id="527" name="Google Shape;527;p45"/>
          <p:cNvSpPr txBox="1">
            <a:spLocks noGrp="1"/>
          </p:cNvSpPr>
          <p:nvPr>
            <p:ph type="subTitle" idx="5"/>
          </p:nvPr>
        </p:nvSpPr>
        <p:spPr>
          <a:xfrm>
            <a:off x="5935200" y="3094224"/>
            <a:ext cx="23364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Dezinteresul soferilor si egoismul duce de multe ori la producerea accidentelor.</a:t>
            </a:r>
            <a:endParaRPr dirty="0"/>
          </a:p>
        </p:txBody>
      </p:sp>
      <p:sp>
        <p:nvSpPr>
          <p:cNvPr id="528" name="Google Shape;528;p45"/>
          <p:cNvSpPr/>
          <p:nvPr/>
        </p:nvSpPr>
        <p:spPr>
          <a:xfrm>
            <a:off x="4297684" y="1845808"/>
            <a:ext cx="548632" cy="548649"/>
          </a:xfrm>
          <a:custGeom>
            <a:avLst/>
            <a:gdLst/>
            <a:ahLst/>
            <a:cxnLst/>
            <a:rect l="l" t="t" r="r" b="b"/>
            <a:pathLst>
              <a:path w="12887" h="12698" extrusionOk="0">
                <a:moveTo>
                  <a:pt x="7814" y="3309"/>
                </a:moveTo>
                <a:cubicBezTo>
                  <a:pt x="7782" y="3592"/>
                  <a:pt x="7782" y="3907"/>
                  <a:pt x="7814" y="4159"/>
                </a:cubicBezTo>
                <a:lnTo>
                  <a:pt x="4947" y="4159"/>
                </a:lnTo>
                <a:cubicBezTo>
                  <a:pt x="4978" y="3876"/>
                  <a:pt x="4978" y="3592"/>
                  <a:pt x="4947" y="3309"/>
                </a:cubicBezTo>
                <a:close/>
                <a:moveTo>
                  <a:pt x="9830" y="788"/>
                </a:moveTo>
                <a:cubicBezTo>
                  <a:pt x="10082" y="788"/>
                  <a:pt x="10366" y="820"/>
                  <a:pt x="10618" y="946"/>
                </a:cubicBezTo>
                <a:cubicBezTo>
                  <a:pt x="11721" y="1481"/>
                  <a:pt x="12193" y="2678"/>
                  <a:pt x="11752" y="3718"/>
                </a:cubicBezTo>
                <a:cubicBezTo>
                  <a:pt x="11500" y="4254"/>
                  <a:pt x="11027" y="4695"/>
                  <a:pt x="10460" y="4884"/>
                </a:cubicBezTo>
                <a:cubicBezTo>
                  <a:pt x="10261" y="4950"/>
                  <a:pt x="10035" y="4990"/>
                  <a:pt x="9816" y="4990"/>
                </a:cubicBezTo>
                <a:cubicBezTo>
                  <a:pt x="9619" y="4990"/>
                  <a:pt x="9427" y="4958"/>
                  <a:pt x="9263" y="4884"/>
                </a:cubicBezTo>
                <a:cubicBezTo>
                  <a:pt x="9074" y="4821"/>
                  <a:pt x="8885" y="4663"/>
                  <a:pt x="8791" y="4474"/>
                </a:cubicBezTo>
                <a:cubicBezTo>
                  <a:pt x="8791" y="4411"/>
                  <a:pt x="8759" y="4380"/>
                  <a:pt x="8728" y="4348"/>
                </a:cubicBezTo>
                <a:cubicBezTo>
                  <a:pt x="8570" y="3970"/>
                  <a:pt x="8570" y="3561"/>
                  <a:pt x="8728" y="3183"/>
                </a:cubicBezTo>
                <a:cubicBezTo>
                  <a:pt x="8759" y="3151"/>
                  <a:pt x="8759" y="3120"/>
                  <a:pt x="8791" y="3088"/>
                </a:cubicBezTo>
                <a:cubicBezTo>
                  <a:pt x="8980" y="2710"/>
                  <a:pt x="9358" y="2521"/>
                  <a:pt x="9830" y="2521"/>
                </a:cubicBezTo>
                <a:cubicBezTo>
                  <a:pt x="9956" y="2521"/>
                  <a:pt x="10019" y="2552"/>
                  <a:pt x="10082" y="2615"/>
                </a:cubicBezTo>
                <a:cubicBezTo>
                  <a:pt x="10240" y="2773"/>
                  <a:pt x="10240" y="3025"/>
                  <a:pt x="10145" y="3183"/>
                </a:cubicBezTo>
                <a:cubicBezTo>
                  <a:pt x="10051" y="3309"/>
                  <a:pt x="9956" y="3340"/>
                  <a:pt x="9830" y="3340"/>
                </a:cubicBezTo>
                <a:cubicBezTo>
                  <a:pt x="9578" y="3340"/>
                  <a:pt x="9389" y="3561"/>
                  <a:pt x="9389" y="3781"/>
                </a:cubicBezTo>
                <a:cubicBezTo>
                  <a:pt x="9389" y="4033"/>
                  <a:pt x="9578" y="4222"/>
                  <a:pt x="9830" y="4222"/>
                </a:cubicBezTo>
                <a:cubicBezTo>
                  <a:pt x="10555" y="4222"/>
                  <a:pt x="11059" y="3655"/>
                  <a:pt x="11059" y="2962"/>
                </a:cubicBezTo>
                <a:cubicBezTo>
                  <a:pt x="11059" y="2395"/>
                  <a:pt x="10681" y="1891"/>
                  <a:pt x="10114" y="1733"/>
                </a:cubicBezTo>
                <a:cubicBezTo>
                  <a:pt x="10034" y="1721"/>
                  <a:pt x="9933" y="1712"/>
                  <a:pt x="9817" y="1712"/>
                </a:cubicBezTo>
                <a:cubicBezTo>
                  <a:pt x="9339" y="1712"/>
                  <a:pt x="8611" y="1861"/>
                  <a:pt x="8129" y="2521"/>
                </a:cubicBezTo>
                <a:lnTo>
                  <a:pt x="4600" y="2521"/>
                </a:lnTo>
                <a:cubicBezTo>
                  <a:pt x="4191" y="1985"/>
                  <a:pt x="3592" y="1702"/>
                  <a:pt x="2931" y="1702"/>
                </a:cubicBezTo>
                <a:cubicBezTo>
                  <a:pt x="2395" y="1702"/>
                  <a:pt x="1986" y="1985"/>
                  <a:pt x="1796" y="2458"/>
                </a:cubicBezTo>
                <a:cubicBezTo>
                  <a:pt x="1481" y="3246"/>
                  <a:pt x="1954" y="4191"/>
                  <a:pt x="2931" y="4191"/>
                </a:cubicBezTo>
                <a:cubicBezTo>
                  <a:pt x="3183" y="4191"/>
                  <a:pt x="3340" y="3970"/>
                  <a:pt x="3340" y="3750"/>
                </a:cubicBezTo>
                <a:cubicBezTo>
                  <a:pt x="3340" y="3498"/>
                  <a:pt x="3120" y="3309"/>
                  <a:pt x="2931" y="3309"/>
                </a:cubicBezTo>
                <a:cubicBezTo>
                  <a:pt x="2805" y="3309"/>
                  <a:pt x="2742" y="3277"/>
                  <a:pt x="2647" y="3246"/>
                </a:cubicBezTo>
                <a:cubicBezTo>
                  <a:pt x="2458" y="3057"/>
                  <a:pt x="2490" y="2615"/>
                  <a:pt x="2805" y="2521"/>
                </a:cubicBezTo>
                <a:cubicBezTo>
                  <a:pt x="2836" y="2513"/>
                  <a:pt x="2879" y="2509"/>
                  <a:pt x="2931" y="2509"/>
                </a:cubicBezTo>
                <a:cubicBezTo>
                  <a:pt x="3084" y="2509"/>
                  <a:pt x="3309" y="2545"/>
                  <a:pt x="3498" y="2615"/>
                </a:cubicBezTo>
                <a:cubicBezTo>
                  <a:pt x="3687" y="2678"/>
                  <a:pt x="3876" y="2836"/>
                  <a:pt x="3970" y="3025"/>
                </a:cubicBezTo>
                <a:cubicBezTo>
                  <a:pt x="3970" y="3088"/>
                  <a:pt x="4002" y="3120"/>
                  <a:pt x="4033" y="3151"/>
                </a:cubicBezTo>
                <a:cubicBezTo>
                  <a:pt x="4191" y="3498"/>
                  <a:pt x="4191" y="3939"/>
                  <a:pt x="4033" y="4285"/>
                </a:cubicBezTo>
                <a:cubicBezTo>
                  <a:pt x="4002" y="4348"/>
                  <a:pt x="4002" y="4380"/>
                  <a:pt x="3970" y="4411"/>
                </a:cubicBezTo>
                <a:cubicBezTo>
                  <a:pt x="3750" y="4726"/>
                  <a:pt x="3403" y="4978"/>
                  <a:pt x="2931" y="4978"/>
                </a:cubicBezTo>
                <a:cubicBezTo>
                  <a:pt x="1796" y="4978"/>
                  <a:pt x="851" y="4033"/>
                  <a:pt x="851" y="2899"/>
                </a:cubicBezTo>
                <a:cubicBezTo>
                  <a:pt x="851" y="1733"/>
                  <a:pt x="1765" y="851"/>
                  <a:pt x="2931" y="788"/>
                </a:cubicBezTo>
                <a:close/>
                <a:moveTo>
                  <a:pt x="7751" y="4915"/>
                </a:moveTo>
                <a:lnTo>
                  <a:pt x="7751" y="10618"/>
                </a:lnTo>
                <a:cubicBezTo>
                  <a:pt x="7751" y="10838"/>
                  <a:pt x="7940" y="11027"/>
                  <a:pt x="8129" y="11027"/>
                </a:cubicBezTo>
                <a:cubicBezTo>
                  <a:pt x="8318" y="11027"/>
                  <a:pt x="8570" y="10838"/>
                  <a:pt x="8570" y="10618"/>
                </a:cubicBezTo>
                <a:lnTo>
                  <a:pt x="8570" y="5419"/>
                </a:lnTo>
                <a:cubicBezTo>
                  <a:pt x="8791" y="5577"/>
                  <a:pt x="9074" y="5671"/>
                  <a:pt x="9389" y="5766"/>
                </a:cubicBezTo>
                <a:lnTo>
                  <a:pt x="9389" y="11878"/>
                </a:lnTo>
                <a:lnTo>
                  <a:pt x="3372" y="11878"/>
                </a:lnTo>
                <a:lnTo>
                  <a:pt x="3372" y="5766"/>
                </a:lnTo>
                <a:cubicBezTo>
                  <a:pt x="3687" y="5734"/>
                  <a:pt x="3970" y="5608"/>
                  <a:pt x="4191" y="5419"/>
                </a:cubicBezTo>
                <a:lnTo>
                  <a:pt x="4191" y="10618"/>
                </a:lnTo>
                <a:cubicBezTo>
                  <a:pt x="4191" y="10838"/>
                  <a:pt x="4380" y="11027"/>
                  <a:pt x="4600" y="11027"/>
                </a:cubicBezTo>
                <a:cubicBezTo>
                  <a:pt x="4821" y="11027"/>
                  <a:pt x="5010" y="10838"/>
                  <a:pt x="5010" y="10618"/>
                </a:cubicBezTo>
                <a:lnTo>
                  <a:pt x="5010" y="4915"/>
                </a:lnTo>
                <a:lnTo>
                  <a:pt x="5861" y="4915"/>
                </a:lnTo>
                <a:lnTo>
                  <a:pt x="5861" y="10618"/>
                </a:lnTo>
                <a:cubicBezTo>
                  <a:pt x="5861" y="10838"/>
                  <a:pt x="6050" y="11027"/>
                  <a:pt x="6239" y="11027"/>
                </a:cubicBezTo>
                <a:cubicBezTo>
                  <a:pt x="6428" y="11027"/>
                  <a:pt x="6648" y="10838"/>
                  <a:pt x="6648" y="10618"/>
                </a:cubicBezTo>
                <a:lnTo>
                  <a:pt x="6648" y="4915"/>
                </a:lnTo>
                <a:close/>
                <a:moveTo>
                  <a:pt x="2931" y="1"/>
                </a:moveTo>
                <a:cubicBezTo>
                  <a:pt x="1324" y="1"/>
                  <a:pt x="1" y="1324"/>
                  <a:pt x="1" y="2899"/>
                </a:cubicBezTo>
                <a:cubicBezTo>
                  <a:pt x="1" y="4348"/>
                  <a:pt x="1072" y="5514"/>
                  <a:pt x="2490" y="5766"/>
                </a:cubicBezTo>
                <a:lnTo>
                  <a:pt x="2490" y="12256"/>
                </a:lnTo>
                <a:cubicBezTo>
                  <a:pt x="2490" y="12508"/>
                  <a:pt x="2679" y="12697"/>
                  <a:pt x="2931" y="12697"/>
                </a:cubicBezTo>
                <a:lnTo>
                  <a:pt x="9830" y="12697"/>
                </a:lnTo>
                <a:cubicBezTo>
                  <a:pt x="10051" y="12697"/>
                  <a:pt x="10208" y="12508"/>
                  <a:pt x="10208" y="12256"/>
                </a:cubicBezTo>
                <a:lnTo>
                  <a:pt x="10208" y="5797"/>
                </a:lnTo>
                <a:cubicBezTo>
                  <a:pt x="10964" y="5671"/>
                  <a:pt x="11721" y="5293"/>
                  <a:pt x="12193" y="4537"/>
                </a:cubicBezTo>
                <a:cubicBezTo>
                  <a:pt x="12823" y="3718"/>
                  <a:pt x="12886" y="2678"/>
                  <a:pt x="12508" y="1796"/>
                </a:cubicBezTo>
                <a:cubicBezTo>
                  <a:pt x="12067" y="725"/>
                  <a:pt x="10996" y="1"/>
                  <a:pt x="98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9" name="Google Shape;529;p45"/>
          <p:cNvGrpSpPr/>
          <p:nvPr/>
        </p:nvGrpSpPr>
        <p:grpSpPr>
          <a:xfrm>
            <a:off x="1759594" y="1845810"/>
            <a:ext cx="562012" cy="548643"/>
            <a:chOff x="-37190575" y="1951325"/>
            <a:chExt cx="324525" cy="315875"/>
          </a:xfrm>
        </p:grpSpPr>
        <p:sp>
          <p:nvSpPr>
            <p:cNvPr id="530" name="Google Shape;530;p45"/>
            <p:cNvSpPr/>
            <p:nvPr/>
          </p:nvSpPr>
          <p:spPr>
            <a:xfrm>
              <a:off x="-37190575" y="1951325"/>
              <a:ext cx="324525" cy="315875"/>
            </a:xfrm>
            <a:custGeom>
              <a:avLst/>
              <a:gdLst/>
              <a:ahLst/>
              <a:cxnLst/>
              <a:rect l="l" t="t" r="r" b="b"/>
              <a:pathLst>
                <a:path w="12981" h="12635" extrusionOk="0">
                  <a:moveTo>
                    <a:pt x="6693" y="790"/>
                  </a:moveTo>
                  <a:cubicBezTo>
                    <a:pt x="8301" y="790"/>
                    <a:pt x="9913" y="1489"/>
                    <a:pt x="11028" y="2868"/>
                  </a:cubicBezTo>
                  <a:cubicBezTo>
                    <a:pt x="11752" y="3813"/>
                    <a:pt x="12193" y="5010"/>
                    <a:pt x="12193" y="6270"/>
                  </a:cubicBezTo>
                  <a:cubicBezTo>
                    <a:pt x="12162" y="7058"/>
                    <a:pt x="11563" y="7593"/>
                    <a:pt x="10870" y="7593"/>
                  </a:cubicBezTo>
                  <a:lnTo>
                    <a:pt x="10019" y="7593"/>
                  </a:lnTo>
                  <a:cubicBezTo>
                    <a:pt x="8854" y="7593"/>
                    <a:pt x="7940" y="8539"/>
                    <a:pt x="7940" y="9704"/>
                  </a:cubicBezTo>
                  <a:lnTo>
                    <a:pt x="7940" y="10523"/>
                  </a:lnTo>
                  <a:cubicBezTo>
                    <a:pt x="7940" y="11216"/>
                    <a:pt x="7404" y="11784"/>
                    <a:pt x="6680" y="11815"/>
                  </a:cubicBezTo>
                  <a:cubicBezTo>
                    <a:pt x="6239" y="11815"/>
                    <a:pt x="5892" y="11784"/>
                    <a:pt x="5420" y="11658"/>
                  </a:cubicBezTo>
                  <a:cubicBezTo>
                    <a:pt x="3844" y="11311"/>
                    <a:pt x="2490" y="10208"/>
                    <a:pt x="1765" y="8791"/>
                  </a:cubicBezTo>
                  <a:cubicBezTo>
                    <a:pt x="536" y="6428"/>
                    <a:pt x="1261" y="3340"/>
                    <a:pt x="3624" y="1733"/>
                  </a:cubicBezTo>
                  <a:cubicBezTo>
                    <a:pt x="4545" y="1102"/>
                    <a:pt x="5618" y="790"/>
                    <a:pt x="6693" y="790"/>
                  </a:cubicBezTo>
                  <a:close/>
                  <a:moveTo>
                    <a:pt x="6648" y="1"/>
                  </a:moveTo>
                  <a:cubicBezTo>
                    <a:pt x="4474" y="1"/>
                    <a:pt x="2553" y="1103"/>
                    <a:pt x="1419" y="2805"/>
                  </a:cubicBezTo>
                  <a:cubicBezTo>
                    <a:pt x="95" y="4726"/>
                    <a:pt x="1" y="7215"/>
                    <a:pt x="1009" y="9169"/>
                  </a:cubicBezTo>
                  <a:cubicBezTo>
                    <a:pt x="2080" y="11216"/>
                    <a:pt x="4191" y="12634"/>
                    <a:pt x="6680" y="12634"/>
                  </a:cubicBezTo>
                  <a:cubicBezTo>
                    <a:pt x="7814" y="12634"/>
                    <a:pt x="8791" y="11689"/>
                    <a:pt x="8791" y="10523"/>
                  </a:cubicBezTo>
                  <a:lnTo>
                    <a:pt x="8791" y="9704"/>
                  </a:lnTo>
                  <a:cubicBezTo>
                    <a:pt x="8791" y="8980"/>
                    <a:pt x="9358" y="8444"/>
                    <a:pt x="10019" y="8444"/>
                  </a:cubicBezTo>
                  <a:lnTo>
                    <a:pt x="10870" y="8444"/>
                  </a:lnTo>
                  <a:cubicBezTo>
                    <a:pt x="12004" y="8444"/>
                    <a:pt x="12981" y="7499"/>
                    <a:pt x="12981" y="6333"/>
                  </a:cubicBezTo>
                  <a:cubicBezTo>
                    <a:pt x="12981" y="2962"/>
                    <a:pt x="10240" y="1"/>
                    <a:pt x="66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5"/>
            <p:cNvSpPr/>
            <p:nvPr/>
          </p:nvSpPr>
          <p:spPr>
            <a:xfrm>
              <a:off x="-37081875" y="2162600"/>
              <a:ext cx="72475" cy="63100"/>
            </a:xfrm>
            <a:custGeom>
              <a:avLst/>
              <a:gdLst/>
              <a:ahLst/>
              <a:cxnLst/>
              <a:rect l="l" t="t" r="r" b="b"/>
              <a:pathLst>
                <a:path w="2899" h="2524" extrusionOk="0">
                  <a:moveTo>
                    <a:pt x="1418" y="812"/>
                  </a:moveTo>
                  <a:cubicBezTo>
                    <a:pt x="1670" y="812"/>
                    <a:pt x="1859" y="1001"/>
                    <a:pt x="1859" y="1253"/>
                  </a:cubicBezTo>
                  <a:cubicBezTo>
                    <a:pt x="1859" y="1474"/>
                    <a:pt x="1670" y="1663"/>
                    <a:pt x="1418" y="1663"/>
                  </a:cubicBezTo>
                  <a:cubicBezTo>
                    <a:pt x="1198" y="1663"/>
                    <a:pt x="1009" y="1474"/>
                    <a:pt x="1009" y="1253"/>
                  </a:cubicBezTo>
                  <a:cubicBezTo>
                    <a:pt x="1009" y="1001"/>
                    <a:pt x="1198" y="812"/>
                    <a:pt x="1418" y="812"/>
                  </a:cubicBezTo>
                  <a:close/>
                  <a:moveTo>
                    <a:pt x="1405" y="0"/>
                  </a:moveTo>
                  <a:cubicBezTo>
                    <a:pt x="1250" y="0"/>
                    <a:pt x="1094" y="28"/>
                    <a:pt x="946" y="88"/>
                  </a:cubicBezTo>
                  <a:cubicBezTo>
                    <a:pt x="316" y="371"/>
                    <a:pt x="0" y="1127"/>
                    <a:pt x="284" y="1757"/>
                  </a:cubicBezTo>
                  <a:cubicBezTo>
                    <a:pt x="496" y="2229"/>
                    <a:pt x="973" y="2524"/>
                    <a:pt x="1463" y="2524"/>
                  </a:cubicBezTo>
                  <a:cubicBezTo>
                    <a:pt x="1628" y="2524"/>
                    <a:pt x="1795" y="2490"/>
                    <a:pt x="1954" y="2419"/>
                  </a:cubicBezTo>
                  <a:cubicBezTo>
                    <a:pt x="2584" y="2135"/>
                    <a:pt x="2899" y="1379"/>
                    <a:pt x="2615" y="749"/>
                  </a:cubicBezTo>
                  <a:cubicBezTo>
                    <a:pt x="2399" y="292"/>
                    <a:pt x="1907" y="0"/>
                    <a:pt x="1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5"/>
            <p:cNvSpPr/>
            <p:nvPr/>
          </p:nvSpPr>
          <p:spPr>
            <a:xfrm>
              <a:off x="-37144875" y="2099025"/>
              <a:ext cx="72475" cy="62875"/>
            </a:xfrm>
            <a:custGeom>
              <a:avLst/>
              <a:gdLst/>
              <a:ahLst/>
              <a:cxnLst/>
              <a:rect l="l" t="t" r="r" b="b"/>
              <a:pathLst>
                <a:path w="2899" h="2515" extrusionOk="0">
                  <a:moveTo>
                    <a:pt x="1418" y="835"/>
                  </a:moveTo>
                  <a:cubicBezTo>
                    <a:pt x="1670" y="835"/>
                    <a:pt x="1859" y="1024"/>
                    <a:pt x="1859" y="1276"/>
                  </a:cubicBezTo>
                  <a:cubicBezTo>
                    <a:pt x="1859" y="1496"/>
                    <a:pt x="1670" y="1685"/>
                    <a:pt x="1418" y="1685"/>
                  </a:cubicBezTo>
                  <a:cubicBezTo>
                    <a:pt x="1197" y="1685"/>
                    <a:pt x="1008" y="1496"/>
                    <a:pt x="1008" y="1276"/>
                  </a:cubicBezTo>
                  <a:cubicBezTo>
                    <a:pt x="1008" y="1024"/>
                    <a:pt x="1197" y="835"/>
                    <a:pt x="1418" y="835"/>
                  </a:cubicBezTo>
                  <a:close/>
                  <a:moveTo>
                    <a:pt x="1411" y="0"/>
                  </a:moveTo>
                  <a:cubicBezTo>
                    <a:pt x="1254" y="0"/>
                    <a:pt x="1096" y="26"/>
                    <a:pt x="945" y="79"/>
                  </a:cubicBezTo>
                  <a:cubicBezTo>
                    <a:pt x="315" y="362"/>
                    <a:pt x="0" y="1118"/>
                    <a:pt x="284" y="1748"/>
                  </a:cubicBezTo>
                  <a:cubicBezTo>
                    <a:pt x="496" y="2220"/>
                    <a:pt x="972" y="2515"/>
                    <a:pt x="1463" y="2515"/>
                  </a:cubicBezTo>
                  <a:cubicBezTo>
                    <a:pt x="1628" y="2515"/>
                    <a:pt x="1795" y="2481"/>
                    <a:pt x="1953" y="2410"/>
                  </a:cubicBezTo>
                  <a:cubicBezTo>
                    <a:pt x="2583" y="2126"/>
                    <a:pt x="2899" y="1370"/>
                    <a:pt x="2615" y="740"/>
                  </a:cubicBezTo>
                  <a:cubicBezTo>
                    <a:pt x="2399" y="261"/>
                    <a:pt x="1910" y="0"/>
                    <a:pt x="1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5"/>
            <p:cNvSpPr/>
            <p:nvPr/>
          </p:nvSpPr>
          <p:spPr>
            <a:xfrm>
              <a:off x="-37123625" y="2014875"/>
              <a:ext cx="71700" cy="62775"/>
            </a:xfrm>
            <a:custGeom>
              <a:avLst/>
              <a:gdLst/>
              <a:ahLst/>
              <a:cxnLst/>
              <a:rect l="l" t="t" r="r" b="b"/>
              <a:pathLst>
                <a:path w="2868" h="2511" extrusionOk="0">
                  <a:moveTo>
                    <a:pt x="1418" y="798"/>
                  </a:moveTo>
                  <a:cubicBezTo>
                    <a:pt x="1639" y="798"/>
                    <a:pt x="1828" y="1019"/>
                    <a:pt x="1828" y="1239"/>
                  </a:cubicBezTo>
                  <a:cubicBezTo>
                    <a:pt x="1828" y="1460"/>
                    <a:pt x="1639" y="1680"/>
                    <a:pt x="1418" y="1680"/>
                  </a:cubicBezTo>
                  <a:cubicBezTo>
                    <a:pt x="1166" y="1680"/>
                    <a:pt x="977" y="1460"/>
                    <a:pt x="977" y="1239"/>
                  </a:cubicBezTo>
                  <a:cubicBezTo>
                    <a:pt x="1009" y="1019"/>
                    <a:pt x="1166" y="798"/>
                    <a:pt x="1418" y="798"/>
                  </a:cubicBezTo>
                  <a:close/>
                  <a:moveTo>
                    <a:pt x="1431" y="0"/>
                  </a:moveTo>
                  <a:cubicBezTo>
                    <a:pt x="1269" y="0"/>
                    <a:pt x="1105" y="34"/>
                    <a:pt x="946" y="105"/>
                  </a:cubicBezTo>
                  <a:cubicBezTo>
                    <a:pt x="316" y="389"/>
                    <a:pt x="1" y="1113"/>
                    <a:pt x="253" y="1743"/>
                  </a:cubicBezTo>
                  <a:cubicBezTo>
                    <a:pt x="472" y="2231"/>
                    <a:pt x="974" y="2511"/>
                    <a:pt x="1481" y="2511"/>
                  </a:cubicBezTo>
                  <a:cubicBezTo>
                    <a:pt x="1630" y="2511"/>
                    <a:pt x="1780" y="2487"/>
                    <a:pt x="1923" y="2436"/>
                  </a:cubicBezTo>
                  <a:cubicBezTo>
                    <a:pt x="2553" y="2153"/>
                    <a:pt x="2868" y="1397"/>
                    <a:pt x="2584" y="767"/>
                  </a:cubicBezTo>
                  <a:cubicBezTo>
                    <a:pt x="2372" y="295"/>
                    <a:pt x="1913" y="0"/>
                    <a:pt x="14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5"/>
            <p:cNvSpPr/>
            <p:nvPr/>
          </p:nvSpPr>
          <p:spPr>
            <a:xfrm>
              <a:off x="-37039350" y="1993250"/>
              <a:ext cx="71700" cy="63125"/>
            </a:xfrm>
            <a:custGeom>
              <a:avLst/>
              <a:gdLst/>
              <a:ahLst/>
              <a:cxnLst/>
              <a:rect l="l" t="t" r="r" b="b"/>
              <a:pathLst>
                <a:path w="2868" h="2525" extrusionOk="0">
                  <a:moveTo>
                    <a:pt x="1418" y="844"/>
                  </a:moveTo>
                  <a:cubicBezTo>
                    <a:pt x="1671" y="844"/>
                    <a:pt x="1860" y="1033"/>
                    <a:pt x="1860" y="1285"/>
                  </a:cubicBezTo>
                  <a:cubicBezTo>
                    <a:pt x="1860" y="1506"/>
                    <a:pt x="1671" y="1726"/>
                    <a:pt x="1418" y="1726"/>
                  </a:cubicBezTo>
                  <a:cubicBezTo>
                    <a:pt x="1198" y="1726"/>
                    <a:pt x="977" y="1506"/>
                    <a:pt x="977" y="1285"/>
                  </a:cubicBezTo>
                  <a:cubicBezTo>
                    <a:pt x="977" y="1033"/>
                    <a:pt x="1198" y="844"/>
                    <a:pt x="1418" y="844"/>
                  </a:cubicBezTo>
                  <a:close/>
                  <a:moveTo>
                    <a:pt x="1402" y="1"/>
                  </a:moveTo>
                  <a:cubicBezTo>
                    <a:pt x="1248" y="1"/>
                    <a:pt x="1094" y="29"/>
                    <a:pt x="946" y="88"/>
                  </a:cubicBezTo>
                  <a:cubicBezTo>
                    <a:pt x="316" y="372"/>
                    <a:pt x="1" y="1128"/>
                    <a:pt x="284" y="1758"/>
                  </a:cubicBezTo>
                  <a:cubicBezTo>
                    <a:pt x="496" y="2229"/>
                    <a:pt x="955" y="2524"/>
                    <a:pt x="1437" y="2524"/>
                  </a:cubicBezTo>
                  <a:cubicBezTo>
                    <a:pt x="1599" y="2524"/>
                    <a:pt x="1764" y="2491"/>
                    <a:pt x="1923" y="2419"/>
                  </a:cubicBezTo>
                  <a:cubicBezTo>
                    <a:pt x="2553" y="2136"/>
                    <a:pt x="2868" y="1411"/>
                    <a:pt x="2616" y="781"/>
                  </a:cubicBezTo>
                  <a:cubicBezTo>
                    <a:pt x="2399" y="299"/>
                    <a:pt x="1905" y="1"/>
                    <a:pt x="1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45"/>
          <p:cNvGrpSpPr/>
          <p:nvPr/>
        </p:nvGrpSpPr>
        <p:grpSpPr>
          <a:xfrm>
            <a:off x="6829085" y="1845817"/>
            <a:ext cx="548630" cy="548630"/>
            <a:chOff x="-24338900" y="2710600"/>
            <a:chExt cx="295375" cy="295375"/>
          </a:xfrm>
        </p:grpSpPr>
        <p:sp>
          <p:nvSpPr>
            <p:cNvPr id="536" name="Google Shape;536;p45"/>
            <p:cNvSpPr/>
            <p:nvPr/>
          </p:nvSpPr>
          <p:spPr>
            <a:xfrm>
              <a:off x="-24250700" y="281692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3403" y="662"/>
                  </a:moveTo>
                  <a:cubicBezTo>
                    <a:pt x="3813" y="662"/>
                    <a:pt x="4128" y="977"/>
                    <a:pt x="4128" y="1387"/>
                  </a:cubicBezTo>
                  <a:cubicBezTo>
                    <a:pt x="4128" y="1922"/>
                    <a:pt x="3561" y="2363"/>
                    <a:pt x="2710" y="3025"/>
                  </a:cubicBezTo>
                  <a:cubicBezTo>
                    <a:pt x="2584" y="3119"/>
                    <a:pt x="2490" y="3182"/>
                    <a:pt x="2395" y="3309"/>
                  </a:cubicBezTo>
                  <a:cubicBezTo>
                    <a:pt x="2269" y="3214"/>
                    <a:pt x="2143" y="3151"/>
                    <a:pt x="2080" y="3025"/>
                  </a:cubicBezTo>
                  <a:cubicBezTo>
                    <a:pt x="1198" y="2363"/>
                    <a:pt x="662" y="1891"/>
                    <a:pt x="662" y="1387"/>
                  </a:cubicBezTo>
                  <a:cubicBezTo>
                    <a:pt x="662" y="946"/>
                    <a:pt x="977" y="662"/>
                    <a:pt x="1355" y="662"/>
                  </a:cubicBezTo>
                  <a:cubicBezTo>
                    <a:pt x="1860" y="662"/>
                    <a:pt x="2080" y="1229"/>
                    <a:pt x="2080" y="1261"/>
                  </a:cubicBezTo>
                  <a:cubicBezTo>
                    <a:pt x="2112" y="1418"/>
                    <a:pt x="2238" y="1481"/>
                    <a:pt x="2395" y="1481"/>
                  </a:cubicBezTo>
                  <a:cubicBezTo>
                    <a:pt x="2553" y="1481"/>
                    <a:pt x="2647" y="1355"/>
                    <a:pt x="2710" y="1261"/>
                  </a:cubicBezTo>
                  <a:cubicBezTo>
                    <a:pt x="2710" y="1229"/>
                    <a:pt x="2899" y="662"/>
                    <a:pt x="3403" y="662"/>
                  </a:cubicBezTo>
                  <a:close/>
                  <a:moveTo>
                    <a:pt x="1355" y="1"/>
                  </a:moveTo>
                  <a:cubicBezTo>
                    <a:pt x="568" y="1"/>
                    <a:pt x="1" y="631"/>
                    <a:pt x="1" y="1418"/>
                  </a:cubicBezTo>
                  <a:cubicBezTo>
                    <a:pt x="1" y="2269"/>
                    <a:pt x="694" y="2836"/>
                    <a:pt x="1671" y="3624"/>
                  </a:cubicBezTo>
                  <a:cubicBezTo>
                    <a:pt x="1828" y="3750"/>
                    <a:pt x="2049" y="3907"/>
                    <a:pt x="2238" y="4065"/>
                  </a:cubicBezTo>
                  <a:cubicBezTo>
                    <a:pt x="2301" y="4096"/>
                    <a:pt x="2395" y="4128"/>
                    <a:pt x="2458" y="4128"/>
                  </a:cubicBezTo>
                  <a:cubicBezTo>
                    <a:pt x="2553" y="4128"/>
                    <a:pt x="2616" y="4096"/>
                    <a:pt x="2710" y="4065"/>
                  </a:cubicBezTo>
                  <a:cubicBezTo>
                    <a:pt x="2899" y="3907"/>
                    <a:pt x="3057" y="3718"/>
                    <a:pt x="3246" y="3624"/>
                  </a:cubicBezTo>
                  <a:cubicBezTo>
                    <a:pt x="4254" y="2836"/>
                    <a:pt x="4947" y="2269"/>
                    <a:pt x="4947" y="1418"/>
                  </a:cubicBezTo>
                  <a:cubicBezTo>
                    <a:pt x="4821" y="599"/>
                    <a:pt x="4191" y="1"/>
                    <a:pt x="3403" y="1"/>
                  </a:cubicBezTo>
                  <a:cubicBezTo>
                    <a:pt x="3025" y="1"/>
                    <a:pt x="2616" y="158"/>
                    <a:pt x="2395" y="505"/>
                  </a:cubicBezTo>
                  <a:cubicBezTo>
                    <a:pt x="2112" y="190"/>
                    <a:pt x="1765" y="1"/>
                    <a:pt x="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5"/>
            <p:cNvSpPr/>
            <p:nvPr/>
          </p:nvSpPr>
          <p:spPr>
            <a:xfrm>
              <a:off x="-24338900" y="2710600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7341" y="725"/>
                  </a:moveTo>
                  <a:cubicBezTo>
                    <a:pt x="7530" y="725"/>
                    <a:pt x="7687" y="882"/>
                    <a:pt x="7687" y="1103"/>
                  </a:cubicBezTo>
                  <a:lnTo>
                    <a:pt x="7687" y="3844"/>
                  </a:lnTo>
                  <a:cubicBezTo>
                    <a:pt x="7687" y="4033"/>
                    <a:pt x="7845" y="4222"/>
                    <a:pt x="8034" y="4222"/>
                  </a:cubicBezTo>
                  <a:lnTo>
                    <a:pt x="10806" y="4222"/>
                  </a:lnTo>
                  <a:cubicBezTo>
                    <a:pt x="10995" y="4222"/>
                    <a:pt x="11153" y="4380"/>
                    <a:pt x="11153" y="4569"/>
                  </a:cubicBezTo>
                  <a:lnTo>
                    <a:pt x="11153" y="7309"/>
                  </a:lnTo>
                  <a:cubicBezTo>
                    <a:pt x="11153" y="7530"/>
                    <a:pt x="10995" y="7688"/>
                    <a:pt x="10806" y="7688"/>
                  </a:cubicBezTo>
                  <a:lnTo>
                    <a:pt x="8034" y="7688"/>
                  </a:lnTo>
                  <a:cubicBezTo>
                    <a:pt x="7845" y="7688"/>
                    <a:pt x="7687" y="7845"/>
                    <a:pt x="7687" y="8034"/>
                  </a:cubicBezTo>
                  <a:lnTo>
                    <a:pt x="7687" y="10775"/>
                  </a:lnTo>
                  <a:cubicBezTo>
                    <a:pt x="7687" y="10996"/>
                    <a:pt x="7530" y="11153"/>
                    <a:pt x="7341" y="11153"/>
                  </a:cubicBezTo>
                  <a:lnTo>
                    <a:pt x="4568" y="11153"/>
                  </a:lnTo>
                  <a:cubicBezTo>
                    <a:pt x="4379" y="11153"/>
                    <a:pt x="4222" y="10996"/>
                    <a:pt x="4222" y="10775"/>
                  </a:cubicBezTo>
                  <a:lnTo>
                    <a:pt x="4222" y="8034"/>
                  </a:lnTo>
                  <a:cubicBezTo>
                    <a:pt x="4222" y="7845"/>
                    <a:pt x="4064" y="7688"/>
                    <a:pt x="3875" y="7688"/>
                  </a:cubicBezTo>
                  <a:lnTo>
                    <a:pt x="1103" y="7688"/>
                  </a:lnTo>
                  <a:cubicBezTo>
                    <a:pt x="914" y="7688"/>
                    <a:pt x="756" y="7530"/>
                    <a:pt x="756" y="7309"/>
                  </a:cubicBezTo>
                  <a:lnTo>
                    <a:pt x="756" y="4569"/>
                  </a:lnTo>
                  <a:cubicBezTo>
                    <a:pt x="756" y="4380"/>
                    <a:pt x="914" y="4222"/>
                    <a:pt x="1103" y="4222"/>
                  </a:cubicBezTo>
                  <a:lnTo>
                    <a:pt x="3875" y="4222"/>
                  </a:lnTo>
                  <a:cubicBezTo>
                    <a:pt x="4064" y="4222"/>
                    <a:pt x="4222" y="4033"/>
                    <a:pt x="4222" y="3844"/>
                  </a:cubicBezTo>
                  <a:lnTo>
                    <a:pt x="4222" y="1103"/>
                  </a:lnTo>
                  <a:cubicBezTo>
                    <a:pt x="4222" y="882"/>
                    <a:pt x="4379" y="725"/>
                    <a:pt x="4568" y="725"/>
                  </a:cubicBezTo>
                  <a:close/>
                  <a:moveTo>
                    <a:pt x="4537" y="0"/>
                  </a:moveTo>
                  <a:cubicBezTo>
                    <a:pt x="3938" y="0"/>
                    <a:pt x="3466" y="473"/>
                    <a:pt x="3466" y="1072"/>
                  </a:cubicBezTo>
                  <a:lnTo>
                    <a:pt x="3466" y="3466"/>
                  </a:lnTo>
                  <a:lnTo>
                    <a:pt x="1071" y="3466"/>
                  </a:lnTo>
                  <a:cubicBezTo>
                    <a:pt x="473" y="3466"/>
                    <a:pt x="0" y="3938"/>
                    <a:pt x="0" y="4537"/>
                  </a:cubicBezTo>
                  <a:lnTo>
                    <a:pt x="0" y="7278"/>
                  </a:lnTo>
                  <a:cubicBezTo>
                    <a:pt x="0" y="7877"/>
                    <a:pt x="473" y="8349"/>
                    <a:pt x="1071" y="8349"/>
                  </a:cubicBezTo>
                  <a:lnTo>
                    <a:pt x="3466" y="8349"/>
                  </a:lnTo>
                  <a:lnTo>
                    <a:pt x="3466" y="10743"/>
                  </a:lnTo>
                  <a:cubicBezTo>
                    <a:pt x="3466" y="11342"/>
                    <a:pt x="3938" y="11815"/>
                    <a:pt x="4537" y="11815"/>
                  </a:cubicBezTo>
                  <a:lnTo>
                    <a:pt x="7309" y="11815"/>
                  </a:lnTo>
                  <a:cubicBezTo>
                    <a:pt x="7876" y="11815"/>
                    <a:pt x="8349" y="11342"/>
                    <a:pt x="8349" y="10743"/>
                  </a:cubicBezTo>
                  <a:lnTo>
                    <a:pt x="8349" y="8349"/>
                  </a:lnTo>
                  <a:lnTo>
                    <a:pt x="10743" y="8349"/>
                  </a:lnTo>
                  <a:cubicBezTo>
                    <a:pt x="11342" y="8349"/>
                    <a:pt x="11815" y="7877"/>
                    <a:pt x="11815" y="7278"/>
                  </a:cubicBezTo>
                  <a:lnTo>
                    <a:pt x="11815" y="4537"/>
                  </a:lnTo>
                  <a:cubicBezTo>
                    <a:pt x="11815" y="3938"/>
                    <a:pt x="11342" y="3466"/>
                    <a:pt x="10743" y="3466"/>
                  </a:cubicBezTo>
                  <a:lnTo>
                    <a:pt x="8349" y="3466"/>
                  </a:lnTo>
                  <a:lnTo>
                    <a:pt x="8349" y="1072"/>
                  </a:lnTo>
                  <a:cubicBezTo>
                    <a:pt x="8349" y="473"/>
                    <a:pt x="7876" y="0"/>
                    <a:pt x="7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8" name="Google Shape;538;p45"/>
          <p:cNvSpPr/>
          <p:nvPr/>
        </p:nvSpPr>
        <p:spPr>
          <a:xfrm>
            <a:off x="1805850" y="2077806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5"/>
          <p:cNvSpPr/>
          <p:nvPr/>
        </p:nvSpPr>
        <p:spPr>
          <a:xfrm>
            <a:off x="4170350" y="1748181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5"/>
          <p:cNvSpPr/>
          <p:nvPr/>
        </p:nvSpPr>
        <p:spPr>
          <a:xfrm>
            <a:off x="6902550" y="1919281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" name="Google Shape;541;p45"/>
          <p:cNvGrpSpPr/>
          <p:nvPr/>
        </p:nvGrpSpPr>
        <p:grpSpPr>
          <a:xfrm>
            <a:off x="872454" y="1293020"/>
            <a:ext cx="755358" cy="191930"/>
            <a:chOff x="2641350" y="846250"/>
            <a:chExt cx="413600" cy="105075"/>
          </a:xfrm>
        </p:grpSpPr>
        <p:sp>
          <p:nvSpPr>
            <p:cNvPr id="542" name="Google Shape;542;p45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5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5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5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6"/>
          <p:cNvSpPr/>
          <p:nvPr/>
        </p:nvSpPr>
        <p:spPr>
          <a:xfrm>
            <a:off x="719500" y="3183825"/>
            <a:ext cx="7704000" cy="123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6"/>
          <p:cNvSpPr/>
          <p:nvPr/>
        </p:nvSpPr>
        <p:spPr>
          <a:xfrm>
            <a:off x="719500" y="1425147"/>
            <a:ext cx="7704000" cy="123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 vs solutii</a:t>
            </a:r>
            <a:endParaRPr dirty="0"/>
          </a:p>
        </p:txBody>
      </p:sp>
      <p:sp>
        <p:nvSpPr>
          <p:cNvPr id="553" name="Google Shape;553;p46"/>
          <p:cNvSpPr txBox="1">
            <a:spLocks noGrp="1"/>
          </p:cNvSpPr>
          <p:nvPr>
            <p:ph type="subTitle" idx="1"/>
          </p:nvPr>
        </p:nvSpPr>
        <p:spPr>
          <a:xfrm>
            <a:off x="1834113" y="1773447"/>
            <a:ext cx="27522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</a:t>
            </a:r>
            <a:endParaRPr dirty="0"/>
          </a:p>
        </p:txBody>
      </p:sp>
      <p:sp>
        <p:nvSpPr>
          <p:cNvPr id="554" name="Google Shape;554;p46"/>
          <p:cNvSpPr txBox="1">
            <a:spLocks noGrp="1"/>
          </p:cNvSpPr>
          <p:nvPr>
            <p:ph type="subTitle" idx="2"/>
          </p:nvPr>
        </p:nvSpPr>
        <p:spPr>
          <a:xfrm>
            <a:off x="4572050" y="3532125"/>
            <a:ext cx="27522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Solutii</a:t>
            </a:r>
            <a:endParaRPr dirty="0"/>
          </a:p>
        </p:txBody>
      </p:sp>
      <p:sp>
        <p:nvSpPr>
          <p:cNvPr id="555" name="Google Shape;555;p46"/>
          <p:cNvSpPr txBox="1">
            <a:spLocks noGrp="1"/>
          </p:cNvSpPr>
          <p:nvPr>
            <p:ph type="subTitle" idx="3"/>
          </p:nvPr>
        </p:nvSpPr>
        <p:spPr>
          <a:xfrm>
            <a:off x="5103350" y="1545297"/>
            <a:ext cx="2752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Neatentia soferilor impreuna cu teribilismul duc la majoritatea accidentelor rutiere din Romania.</a:t>
            </a:r>
            <a:endParaRPr dirty="0"/>
          </a:p>
        </p:txBody>
      </p:sp>
      <p:sp>
        <p:nvSpPr>
          <p:cNvPr id="556" name="Google Shape;556;p46"/>
          <p:cNvSpPr txBox="1">
            <a:spLocks noGrp="1"/>
          </p:cNvSpPr>
          <p:nvPr>
            <p:ph type="subTitle" idx="4"/>
          </p:nvPr>
        </p:nvSpPr>
        <p:spPr>
          <a:xfrm>
            <a:off x="1236966" y="3303975"/>
            <a:ext cx="2752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Solutia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vina de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sofer</a:t>
            </a:r>
            <a:r>
              <a:rPr lang="en-US" dirty="0"/>
              <a:t> in </a:t>
            </a:r>
            <a:r>
              <a:rPr lang="en-US" dirty="0" err="1"/>
              <a:t>parte</a:t>
            </a:r>
            <a:r>
              <a:rPr lang="en-US" dirty="0"/>
              <a:t>, </a:t>
            </a:r>
            <a:r>
              <a:rPr lang="en-US" dirty="0" err="1"/>
              <a:t>asa</a:t>
            </a:r>
            <a:r>
              <a:rPr lang="en-US" dirty="0"/>
              <a:t> ca un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implementat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spori</a:t>
            </a:r>
            <a:r>
              <a:rPr lang="en-US" dirty="0"/>
              <a:t> </a:t>
            </a:r>
            <a:r>
              <a:rPr lang="en-US" dirty="0" err="1"/>
              <a:t>atentia</a:t>
            </a:r>
            <a:r>
              <a:rPr lang="en-US" dirty="0"/>
              <a:t> </a:t>
            </a:r>
            <a:r>
              <a:rPr lang="en-US" dirty="0" err="1"/>
              <a:t>soferilor</a:t>
            </a:r>
            <a:r>
              <a:rPr lang="en-US" dirty="0"/>
              <a:t>.</a:t>
            </a:r>
            <a:endParaRPr dirty="0"/>
          </a:p>
        </p:txBody>
      </p:sp>
      <p:grpSp>
        <p:nvGrpSpPr>
          <p:cNvPr id="557" name="Google Shape;557;p46"/>
          <p:cNvGrpSpPr/>
          <p:nvPr/>
        </p:nvGrpSpPr>
        <p:grpSpPr>
          <a:xfrm>
            <a:off x="7327516" y="3527511"/>
            <a:ext cx="493766" cy="548627"/>
            <a:chOff x="3299850" y="238575"/>
            <a:chExt cx="427725" cy="482225"/>
          </a:xfrm>
        </p:grpSpPr>
        <p:sp>
          <p:nvSpPr>
            <p:cNvPr id="558" name="Google Shape;558;p46"/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63" name="Google Shape;563;p46"/>
          <p:cNvGrpSpPr/>
          <p:nvPr/>
        </p:nvGrpSpPr>
        <p:grpSpPr>
          <a:xfrm>
            <a:off x="1302628" y="1777432"/>
            <a:ext cx="609583" cy="548622"/>
            <a:chOff x="6239575" y="4416275"/>
            <a:chExt cx="489625" cy="449175"/>
          </a:xfrm>
        </p:grpSpPr>
        <p:sp>
          <p:nvSpPr>
            <p:cNvPr id="564" name="Google Shape;564;p46"/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67" name="Google Shape;567;p46"/>
          <p:cNvSpPr/>
          <p:nvPr/>
        </p:nvSpPr>
        <p:spPr>
          <a:xfrm>
            <a:off x="7399888" y="346557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6"/>
          <p:cNvSpPr/>
          <p:nvPr/>
        </p:nvSpPr>
        <p:spPr>
          <a:xfrm>
            <a:off x="1412903" y="2009877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9" name="Google Shape;569;p46"/>
          <p:cNvGrpSpPr/>
          <p:nvPr/>
        </p:nvGrpSpPr>
        <p:grpSpPr>
          <a:xfrm>
            <a:off x="240000" y="1333364"/>
            <a:ext cx="3397850" cy="187275"/>
            <a:chOff x="-3237675" y="-1132050"/>
            <a:chExt cx="3397850" cy="187275"/>
          </a:xfrm>
        </p:grpSpPr>
        <p:sp>
          <p:nvSpPr>
            <p:cNvPr id="570" name="Google Shape;570;p46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6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46"/>
          <p:cNvGrpSpPr/>
          <p:nvPr/>
        </p:nvGrpSpPr>
        <p:grpSpPr>
          <a:xfrm>
            <a:off x="7670273" y="2912496"/>
            <a:ext cx="2159530" cy="548628"/>
            <a:chOff x="2641350" y="846250"/>
            <a:chExt cx="413600" cy="105075"/>
          </a:xfrm>
        </p:grpSpPr>
        <p:sp>
          <p:nvSpPr>
            <p:cNvPr id="580" name="Google Shape;580;p46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6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6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DC06186-EB82-8C0B-9B38-8C9D7EA9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>
            <a:extLst>
              <a:ext uri="{FF2B5EF4-FFF2-40B4-BE49-F238E27FC236}">
                <a16:creationId xmlns:a16="http://schemas.microsoft.com/office/drawing/2014/main" id="{42802315-65B3-BFD4-80DA-28FAF2E8D66A}"/>
              </a:ext>
            </a:extLst>
          </p:cNvPr>
          <p:cNvSpPr/>
          <p:nvPr/>
        </p:nvSpPr>
        <p:spPr>
          <a:xfrm>
            <a:off x="1441200" y="519600"/>
            <a:ext cx="6261600" cy="410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2">
            <a:extLst>
              <a:ext uri="{FF2B5EF4-FFF2-40B4-BE49-F238E27FC236}">
                <a16:creationId xmlns:a16="http://schemas.microsoft.com/office/drawing/2014/main" id="{DD92222B-7EC8-D46D-4CB9-A9E7C4735151}"/>
              </a:ext>
            </a:extLst>
          </p:cNvPr>
          <p:cNvSpPr/>
          <p:nvPr/>
        </p:nvSpPr>
        <p:spPr>
          <a:xfrm>
            <a:off x="1791350" y="851550"/>
            <a:ext cx="55800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2">
            <a:extLst>
              <a:ext uri="{FF2B5EF4-FFF2-40B4-BE49-F238E27FC236}">
                <a16:creationId xmlns:a16="http://schemas.microsoft.com/office/drawing/2014/main" id="{7486B649-EEBB-0654-9832-9AFFA04ACB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6050" y="2190967"/>
            <a:ext cx="494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Studii de caz</a:t>
            </a:r>
            <a:endParaRPr dirty="0"/>
          </a:p>
        </p:txBody>
      </p:sp>
      <p:sp>
        <p:nvSpPr>
          <p:cNvPr id="460" name="Google Shape;460;p42">
            <a:extLst>
              <a:ext uri="{FF2B5EF4-FFF2-40B4-BE49-F238E27FC236}">
                <a16:creationId xmlns:a16="http://schemas.microsoft.com/office/drawing/2014/main" id="{24840992-6BEB-CB83-7282-B40D8780111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6389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462" name="Google Shape;462;p42">
            <a:extLst>
              <a:ext uri="{FF2B5EF4-FFF2-40B4-BE49-F238E27FC236}">
                <a16:creationId xmlns:a16="http://schemas.microsoft.com/office/drawing/2014/main" id="{FA7E6E5D-F67E-BE26-5CAA-3219215484F8}"/>
              </a:ext>
            </a:extLst>
          </p:cNvPr>
          <p:cNvSpPr/>
          <p:nvPr/>
        </p:nvSpPr>
        <p:spPr>
          <a:xfrm>
            <a:off x="2195400" y="373100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42">
            <a:extLst>
              <a:ext uri="{FF2B5EF4-FFF2-40B4-BE49-F238E27FC236}">
                <a16:creationId xmlns:a16="http://schemas.microsoft.com/office/drawing/2014/main" id="{50B9DCEE-C56A-3422-478B-982716BB89F1}"/>
              </a:ext>
            </a:extLst>
          </p:cNvPr>
          <p:cNvGrpSpPr/>
          <p:nvPr/>
        </p:nvGrpSpPr>
        <p:grpSpPr>
          <a:xfrm>
            <a:off x="2710863" y="1234912"/>
            <a:ext cx="537556" cy="136576"/>
            <a:chOff x="2641350" y="846250"/>
            <a:chExt cx="413600" cy="105075"/>
          </a:xfrm>
        </p:grpSpPr>
        <p:sp>
          <p:nvSpPr>
            <p:cNvPr id="464" name="Google Shape;464;p42">
              <a:extLst>
                <a:ext uri="{FF2B5EF4-FFF2-40B4-BE49-F238E27FC236}">
                  <a16:creationId xmlns:a16="http://schemas.microsoft.com/office/drawing/2014/main" id="{B343DC60-3942-5650-1159-DBDB5C4400F4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2">
              <a:extLst>
                <a:ext uri="{FF2B5EF4-FFF2-40B4-BE49-F238E27FC236}">
                  <a16:creationId xmlns:a16="http://schemas.microsoft.com/office/drawing/2014/main" id="{5B14A37A-D7EF-C998-EC1C-BD957943D709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>
              <a:extLst>
                <a:ext uri="{FF2B5EF4-FFF2-40B4-BE49-F238E27FC236}">
                  <a16:creationId xmlns:a16="http://schemas.microsoft.com/office/drawing/2014/main" id="{8B36B95D-5800-C86B-2DD4-008746C58F2B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>
              <a:extLst>
                <a:ext uri="{FF2B5EF4-FFF2-40B4-BE49-F238E27FC236}">
                  <a16:creationId xmlns:a16="http://schemas.microsoft.com/office/drawing/2014/main" id="{CBC409BD-EA50-42C9-812C-FE69901B830C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42">
            <a:extLst>
              <a:ext uri="{FF2B5EF4-FFF2-40B4-BE49-F238E27FC236}">
                <a16:creationId xmlns:a16="http://schemas.microsoft.com/office/drawing/2014/main" id="{DCECE671-7DA4-9EFB-A40A-CA5F410399B5}"/>
              </a:ext>
            </a:extLst>
          </p:cNvPr>
          <p:cNvGrpSpPr/>
          <p:nvPr/>
        </p:nvGrpSpPr>
        <p:grpSpPr>
          <a:xfrm>
            <a:off x="2881200" y="4514854"/>
            <a:ext cx="3397850" cy="187275"/>
            <a:chOff x="-3237675" y="-1132050"/>
            <a:chExt cx="3397850" cy="187275"/>
          </a:xfrm>
        </p:grpSpPr>
        <p:sp>
          <p:nvSpPr>
            <p:cNvPr id="469" name="Google Shape;469;p42">
              <a:extLst>
                <a:ext uri="{FF2B5EF4-FFF2-40B4-BE49-F238E27FC236}">
                  <a16:creationId xmlns:a16="http://schemas.microsoft.com/office/drawing/2014/main" id="{9E3A4189-B75F-A0E6-EC8C-2C0A336E3E0C}"/>
                </a:ext>
              </a:extLst>
            </p:cNvPr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>
              <a:extLst>
                <a:ext uri="{FF2B5EF4-FFF2-40B4-BE49-F238E27FC236}">
                  <a16:creationId xmlns:a16="http://schemas.microsoft.com/office/drawing/2014/main" id="{A4EE234E-13DB-FE9C-03E4-BF2097FE9313}"/>
                </a:ext>
              </a:extLst>
            </p:cNvPr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>
              <a:extLst>
                <a:ext uri="{FF2B5EF4-FFF2-40B4-BE49-F238E27FC236}">
                  <a16:creationId xmlns:a16="http://schemas.microsoft.com/office/drawing/2014/main" id="{B5219828-842D-B5E8-B49F-976C8AEA298A}"/>
                </a:ext>
              </a:extLst>
            </p:cNvPr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>
              <a:extLst>
                <a:ext uri="{FF2B5EF4-FFF2-40B4-BE49-F238E27FC236}">
                  <a16:creationId xmlns:a16="http://schemas.microsoft.com/office/drawing/2014/main" id="{E9BB3528-86D0-4FC3-A6DF-5016AA05ECF7}"/>
                </a:ext>
              </a:extLst>
            </p:cNvPr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>
              <a:extLst>
                <a:ext uri="{FF2B5EF4-FFF2-40B4-BE49-F238E27FC236}">
                  <a16:creationId xmlns:a16="http://schemas.microsoft.com/office/drawing/2014/main" id="{F71D7A5D-03B3-5577-DE1B-728639B4B794}"/>
                </a:ext>
              </a:extLst>
            </p:cNvPr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>
              <a:extLst>
                <a:ext uri="{FF2B5EF4-FFF2-40B4-BE49-F238E27FC236}">
                  <a16:creationId xmlns:a16="http://schemas.microsoft.com/office/drawing/2014/main" id="{CD7E1B42-5F1C-D583-A168-05AD03D6E116}"/>
                </a:ext>
              </a:extLst>
            </p:cNvPr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>
              <a:extLst>
                <a:ext uri="{FF2B5EF4-FFF2-40B4-BE49-F238E27FC236}">
                  <a16:creationId xmlns:a16="http://schemas.microsoft.com/office/drawing/2014/main" id="{E0D9B9AE-BD53-B345-ADC5-1513D49089DC}"/>
                </a:ext>
              </a:extLst>
            </p:cNvPr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>
              <a:extLst>
                <a:ext uri="{FF2B5EF4-FFF2-40B4-BE49-F238E27FC236}">
                  <a16:creationId xmlns:a16="http://schemas.microsoft.com/office/drawing/2014/main" id="{8C517EB4-0C31-82B0-D7FE-0885371E4987}"/>
                </a:ext>
              </a:extLst>
            </p:cNvPr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>
              <a:extLst>
                <a:ext uri="{FF2B5EF4-FFF2-40B4-BE49-F238E27FC236}">
                  <a16:creationId xmlns:a16="http://schemas.microsoft.com/office/drawing/2014/main" id="{C3309512-9B5B-BBEE-6BA9-B0D8547041C8}"/>
                </a:ext>
              </a:extLst>
            </p:cNvPr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8" name="Google Shape;478;p42">
            <a:extLst>
              <a:ext uri="{FF2B5EF4-FFF2-40B4-BE49-F238E27FC236}">
                <a16:creationId xmlns:a16="http://schemas.microsoft.com/office/drawing/2014/main" id="{2CD552B6-1571-F197-05F7-AA2BA15A3C86}"/>
              </a:ext>
            </a:extLst>
          </p:cNvPr>
          <p:cNvCxnSpPr/>
          <p:nvPr/>
        </p:nvCxnSpPr>
        <p:spPr>
          <a:xfrm rot="10800000" flipH="1">
            <a:off x="2195400" y="3746567"/>
            <a:ext cx="6957300" cy="2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0708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Studiu de caz</a:t>
            </a:r>
            <a:endParaRPr dirty="0"/>
          </a:p>
        </p:txBody>
      </p:sp>
      <p:sp>
        <p:nvSpPr>
          <p:cNvPr id="504" name="Google Shape;504;p44"/>
          <p:cNvSpPr txBox="1"/>
          <p:nvPr/>
        </p:nvSpPr>
        <p:spPr>
          <a:xfrm>
            <a:off x="1011791" y="1811412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accen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1011791" y="1870323"/>
            <a:ext cx="2016900" cy="382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 baza unui studiu de caz realizat pe o perioada medie de 3 luni am reusit sa realizez un grafic.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1011791" y="2968262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Scop si beneficii</a:t>
            </a:r>
            <a:endParaRPr sz="2500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07" name="Google Shape;507;p44"/>
          <p:cNvSpPr txBox="1"/>
          <p:nvPr/>
        </p:nvSpPr>
        <p:spPr>
          <a:xfrm>
            <a:off x="1011791" y="3283637"/>
            <a:ext cx="2016900" cy="1035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Scopul proiectului este de a reduce cu macar 30% accidentele.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508" name="Google Shape;508;p44"/>
          <p:cNvGrpSpPr/>
          <p:nvPr/>
        </p:nvGrpSpPr>
        <p:grpSpPr>
          <a:xfrm rot="10800000">
            <a:off x="4305271" y="4810771"/>
            <a:ext cx="537556" cy="136576"/>
            <a:chOff x="2641350" y="846250"/>
            <a:chExt cx="413600" cy="105075"/>
          </a:xfrm>
        </p:grpSpPr>
        <p:sp>
          <p:nvSpPr>
            <p:cNvPr id="509" name="Google Shape;509;p44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4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4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514" name="Google Shape;514;p44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4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7F1EAD1-3180-D6D2-2168-AB31E5AF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15" y="1435564"/>
            <a:ext cx="3740229" cy="24978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Studiu de caz</a:t>
            </a:r>
            <a:br>
              <a:rPr lang="en" dirty="0"/>
            </a:br>
            <a:r>
              <a:rPr lang="en" sz="2400" dirty="0"/>
              <a:t>Accidente raportat la numarul de conducatori auto</a:t>
            </a:r>
            <a:endParaRPr dirty="0"/>
          </a:p>
        </p:txBody>
      </p:sp>
      <p:pic>
        <p:nvPicPr>
          <p:cNvPr id="753" name="Google Shape;753;p51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855" y="1701304"/>
            <a:ext cx="2824775" cy="280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1"/>
          <p:cNvSpPr txBox="1"/>
          <p:nvPr/>
        </p:nvSpPr>
        <p:spPr>
          <a:xfrm>
            <a:off x="1177370" y="1863173"/>
            <a:ext cx="837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24%</a:t>
            </a:r>
            <a:endParaRPr sz="2500">
              <a:solidFill>
                <a:schemeClr val="accen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55" name="Google Shape;755;p51"/>
          <p:cNvSpPr txBox="1"/>
          <p:nvPr/>
        </p:nvSpPr>
        <p:spPr>
          <a:xfrm>
            <a:off x="2031191" y="1862873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Mediul Rural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56" name="Google Shape;756;p51"/>
          <p:cNvSpPr txBox="1"/>
          <p:nvPr/>
        </p:nvSpPr>
        <p:spPr>
          <a:xfrm>
            <a:off x="1177370" y="2498173"/>
            <a:ext cx="837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36%</a:t>
            </a:r>
            <a:endParaRPr sz="2500" dirty="0">
              <a:solidFill>
                <a:schemeClr val="accent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57" name="Google Shape;757;p51"/>
          <p:cNvSpPr txBox="1"/>
          <p:nvPr/>
        </p:nvSpPr>
        <p:spPr>
          <a:xfrm>
            <a:off x="2031191" y="2497873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Mediul Urban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58" name="Google Shape;758;p51"/>
          <p:cNvSpPr txBox="1"/>
          <p:nvPr/>
        </p:nvSpPr>
        <p:spPr>
          <a:xfrm>
            <a:off x="1177370" y="3133173"/>
            <a:ext cx="837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6%</a:t>
            </a:r>
            <a:endParaRPr sz="2500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59" name="Google Shape;759;p51"/>
          <p:cNvSpPr txBox="1"/>
          <p:nvPr/>
        </p:nvSpPr>
        <p:spPr>
          <a:xfrm>
            <a:off x="2031191" y="3132873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Decese sau rani grave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60" name="Google Shape;760;p51"/>
          <p:cNvSpPr txBox="1"/>
          <p:nvPr/>
        </p:nvSpPr>
        <p:spPr>
          <a:xfrm>
            <a:off x="1177370" y="3768173"/>
            <a:ext cx="837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44%</a:t>
            </a:r>
            <a:endParaRPr sz="2500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1" name="Google Shape;761;p51"/>
          <p:cNvSpPr txBox="1"/>
          <p:nvPr/>
        </p:nvSpPr>
        <p:spPr>
          <a:xfrm>
            <a:off x="2031191" y="3767873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Bucuresti+ILFOV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762" name="Google Shape;762;p51"/>
          <p:cNvCxnSpPr/>
          <p:nvPr/>
        </p:nvCxnSpPr>
        <p:spPr>
          <a:xfrm flipH="1">
            <a:off x="1953141" y="2019184"/>
            <a:ext cx="3300" cy="224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63" name="Google Shape;763;p51"/>
          <p:cNvGrpSpPr/>
          <p:nvPr/>
        </p:nvGrpSpPr>
        <p:grpSpPr>
          <a:xfrm rot="10800000">
            <a:off x="4305271" y="4810771"/>
            <a:ext cx="537556" cy="136576"/>
            <a:chOff x="2641350" y="846250"/>
            <a:chExt cx="413600" cy="105075"/>
          </a:xfrm>
        </p:grpSpPr>
        <p:sp>
          <p:nvSpPr>
            <p:cNvPr id="764" name="Google Shape;764;p51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" name="Google Shape;768;p51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769" name="Google Shape;769;p51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Google Shape;771;p51"/>
          <p:cNvSpPr/>
          <p:nvPr/>
        </p:nvSpPr>
        <p:spPr>
          <a:xfrm>
            <a:off x="996769" y="2075273"/>
            <a:ext cx="225000" cy="225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51"/>
          <p:cNvSpPr/>
          <p:nvPr/>
        </p:nvSpPr>
        <p:spPr>
          <a:xfrm>
            <a:off x="996769" y="2761073"/>
            <a:ext cx="225000" cy="2250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51"/>
          <p:cNvSpPr/>
          <p:nvPr/>
        </p:nvSpPr>
        <p:spPr>
          <a:xfrm>
            <a:off x="996769" y="3370673"/>
            <a:ext cx="225000" cy="225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51"/>
          <p:cNvSpPr/>
          <p:nvPr/>
        </p:nvSpPr>
        <p:spPr>
          <a:xfrm>
            <a:off x="996769" y="3980273"/>
            <a:ext cx="225000" cy="225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1"/>
          <p:cNvSpPr txBox="1"/>
          <p:nvPr/>
        </p:nvSpPr>
        <p:spPr>
          <a:xfrm>
            <a:off x="1084358" y="4589881"/>
            <a:ext cx="69753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Follow the link in the graph to modify its data and then paste the new one here. </a:t>
            </a:r>
            <a:r>
              <a:rPr lang="en" sz="1100">
                <a:solidFill>
                  <a:schemeClr val="lt1"/>
                </a:solidFill>
                <a:uFill>
                  <a:noFill/>
                </a:uFill>
                <a:latin typeface="Raleway Medium"/>
                <a:ea typeface="Raleway Medium"/>
                <a:cs typeface="Raleway Medium"/>
                <a:sym typeface="Raleway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</a:t>
            </a:r>
            <a:r>
              <a:rPr lang="en" sz="1100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8"/>
          <p:cNvSpPr/>
          <p:nvPr/>
        </p:nvSpPr>
        <p:spPr>
          <a:xfrm>
            <a:off x="6145081" y="1164309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8"/>
          <p:cNvSpPr/>
          <p:nvPr/>
        </p:nvSpPr>
        <p:spPr>
          <a:xfrm>
            <a:off x="380800" y="519600"/>
            <a:ext cx="6261600" cy="46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8"/>
          <p:cNvSpPr/>
          <p:nvPr/>
        </p:nvSpPr>
        <p:spPr>
          <a:xfrm>
            <a:off x="616941" y="831900"/>
            <a:ext cx="5580000" cy="43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8"/>
          <p:cNvSpPr txBox="1">
            <a:spLocks noGrp="1"/>
          </p:cNvSpPr>
          <p:nvPr>
            <p:ph type="title"/>
          </p:nvPr>
        </p:nvSpPr>
        <p:spPr>
          <a:xfrm>
            <a:off x="1039150" y="2190975"/>
            <a:ext cx="51060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Sistemul cu Inteligenta artificala</a:t>
            </a:r>
            <a:endParaRPr dirty="0"/>
          </a:p>
        </p:txBody>
      </p:sp>
      <p:sp>
        <p:nvSpPr>
          <p:cNvPr id="604" name="Google Shape;604;p48"/>
          <p:cNvSpPr txBox="1">
            <a:spLocks noGrp="1"/>
          </p:cNvSpPr>
          <p:nvPr>
            <p:ph type="title" idx="2"/>
          </p:nvPr>
        </p:nvSpPr>
        <p:spPr>
          <a:xfrm>
            <a:off x="1039142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grpSp>
        <p:nvGrpSpPr>
          <p:cNvPr id="606" name="Google Shape;606;p48"/>
          <p:cNvGrpSpPr/>
          <p:nvPr/>
        </p:nvGrpSpPr>
        <p:grpSpPr>
          <a:xfrm rot="-5400000">
            <a:off x="328789" y="1830282"/>
            <a:ext cx="772605" cy="196301"/>
            <a:chOff x="2641350" y="846250"/>
            <a:chExt cx="413600" cy="105075"/>
          </a:xfrm>
        </p:grpSpPr>
        <p:sp>
          <p:nvSpPr>
            <p:cNvPr id="607" name="Google Shape;607;p48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8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1" name="Google Shape;611;p48"/>
          <p:cNvCxnSpPr/>
          <p:nvPr/>
        </p:nvCxnSpPr>
        <p:spPr>
          <a:xfrm>
            <a:off x="453675" y="4411950"/>
            <a:ext cx="5442600" cy="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9C7E202-AD4F-2D08-0058-2502A5820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Componente</a:t>
            </a:r>
            <a:r>
              <a:rPr lang="en-US" dirty="0"/>
              <a:t>, </a:t>
            </a:r>
            <a:r>
              <a:rPr lang="en-US" dirty="0" err="1"/>
              <a:t>descriere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structura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EDA80D-09F8-F65A-05B0-175B105103A3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89209" y="118947"/>
            <a:ext cx="7478751" cy="817756"/>
          </a:xfrm>
        </p:spPr>
        <p:txBody>
          <a:bodyPr/>
          <a:lstStyle/>
          <a:p>
            <a:r>
              <a:rPr lang="en-US" dirty="0" err="1"/>
              <a:t>Descriere</a:t>
            </a:r>
            <a:r>
              <a:rPr lang="en-US" dirty="0"/>
              <a:t> </a:t>
            </a:r>
            <a:r>
              <a:rPr lang="en-US" dirty="0" err="1"/>
              <a:t>retea</a:t>
            </a:r>
            <a:r>
              <a:rPr lang="en-US" dirty="0"/>
              <a:t> </a:t>
            </a:r>
            <a:r>
              <a:rPr lang="en-US" dirty="0" err="1"/>
              <a:t>neuronala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8DAF812-A1DA-9BD9-AF0C-EEAB1974C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010" y="1063083"/>
            <a:ext cx="5751140" cy="3335367"/>
          </a:xfrm>
        </p:spPr>
        <p:txBody>
          <a:bodyPr/>
          <a:lstStyle/>
          <a:p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Reteaua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neuronala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antrenata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,,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Scorul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fiecarui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judet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referitor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accidente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Gradul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intersectii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care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atentionari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alaturi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pericol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slab)</a:t>
            </a:r>
          </a:p>
        </p:txBody>
      </p:sp>
    </p:spTree>
    <p:extLst>
      <p:ext uri="{BB962C8B-B14F-4D97-AF65-F5344CB8AC3E}">
        <p14:creationId xmlns:p14="http://schemas.microsoft.com/office/powerpoint/2010/main" val="341529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9"/>
          <p:cNvSpPr txBox="1">
            <a:spLocks noGrp="1"/>
          </p:cNvSpPr>
          <p:nvPr>
            <p:ph type="title"/>
          </p:nvPr>
        </p:nvSpPr>
        <p:spPr>
          <a:xfrm>
            <a:off x="720000" y="2733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A86A1-B464-E3D7-8B76-CA5A88FF36D4}"/>
              </a:ext>
            </a:extLst>
          </p:cNvPr>
          <p:cNvSpPr txBox="1"/>
          <p:nvPr/>
        </p:nvSpPr>
        <p:spPr>
          <a:xfrm>
            <a:off x="1115122" y="1576039"/>
            <a:ext cx="71516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:</a:t>
            </a:r>
          </a:p>
          <a:p>
            <a:r>
              <a:rPr lang="en-US" dirty="0"/>
              <a:t>-</a:t>
            </a:r>
            <a:r>
              <a:rPr lang="en-US" dirty="0" err="1"/>
              <a:t>Camerele</a:t>
            </a:r>
            <a:r>
              <a:rPr lang="en-US" dirty="0"/>
              <a:t> </a:t>
            </a:r>
            <a:r>
              <a:rPr lang="en-US" dirty="0" err="1"/>
              <a:t>amplasate</a:t>
            </a:r>
            <a:r>
              <a:rPr lang="en-US" dirty="0"/>
              <a:t> pe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numarului</a:t>
            </a:r>
            <a:r>
              <a:rPr lang="en-US" dirty="0"/>
              <a:t> de </a:t>
            </a:r>
            <a:r>
              <a:rPr lang="en-US" dirty="0" err="1"/>
              <a:t>inmatriculare</a:t>
            </a:r>
            <a:r>
              <a:rPr lang="en-US" dirty="0"/>
              <a:t>, </a:t>
            </a:r>
            <a:r>
              <a:rPr lang="en-US" dirty="0" err="1"/>
              <a:t>reprezentand</a:t>
            </a:r>
            <a:r>
              <a:rPr lang="en-US" dirty="0"/>
              <a:t> de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data de </a:t>
            </a:r>
            <a:r>
              <a:rPr lang="en-US" dirty="0" err="1"/>
              <a:t>intrare</a:t>
            </a:r>
            <a:endParaRPr lang="en-US" dirty="0"/>
          </a:p>
          <a:p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localizare</a:t>
            </a:r>
            <a:r>
              <a:rPr lang="en-US" dirty="0"/>
              <a:t>, de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ca data de </a:t>
            </a:r>
            <a:r>
              <a:rPr lang="en-US" dirty="0" err="1"/>
              <a:t>intrare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Componente</a:t>
            </a:r>
            <a:r>
              <a:rPr lang="en-US" dirty="0"/>
              <a:t> soft:</a:t>
            </a:r>
          </a:p>
          <a:p>
            <a:r>
              <a:rPr lang="en-US" dirty="0"/>
              <a:t>-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numere</a:t>
            </a:r>
            <a:r>
              <a:rPr lang="en-US" dirty="0"/>
              <a:t> de </a:t>
            </a:r>
            <a:r>
              <a:rPr lang="en-US" dirty="0" err="1"/>
              <a:t>inmatriculare</a:t>
            </a:r>
            <a:r>
              <a:rPr lang="en-US" dirty="0"/>
              <a:t> fictive</a:t>
            </a:r>
          </a:p>
          <a:p>
            <a:r>
              <a:rPr lang="en-US" dirty="0"/>
              <a:t>-</a:t>
            </a:r>
            <a:r>
              <a:rPr lang="en-US" dirty="0" err="1"/>
              <a:t>baza</a:t>
            </a:r>
            <a:r>
              <a:rPr lang="en-US" dirty="0"/>
              <a:t> de date grad de accident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intersectiii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grad de </a:t>
            </a:r>
            <a:r>
              <a:rPr lang="en-US" dirty="0" err="1"/>
              <a:t>risc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soferul</a:t>
            </a:r>
            <a:r>
              <a:rPr lang="en-US" dirty="0"/>
              <a:t> din </a:t>
            </a:r>
            <a:r>
              <a:rPr lang="en-US" dirty="0" err="1"/>
              <a:t>jurul</a:t>
            </a:r>
            <a:r>
              <a:rPr lang="en-US" dirty="0"/>
              <a:t> </a:t>
            </a:r>
            <a:r>
              <a:rPr lang="en-US" dirty="0" err="1"/>
              <a:t>masinii</a:t>
            </a:r>
            <a:r>
              <a:rPr lang="en-US" dirty="0"/>
              <a:t> tale.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3"/>
          <p:cNvSpPr/>
          <p:nvPr/>
        </p:nvSpPr>
        <p:spPr>
          <a:xfrm>
            <a:off x="1532631" y="3909809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3"/>
          <p:cNvSpPr/>
          <p:nvPr/>
        </p:nvSpPr>
        <p:spPr>
          <a:xfrm>
            <a:off x="2080775" y="535000"/>
            <a:ext cx="6261600" cy="459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3"/>
          <p:cNvSpPr/>
          <p:nvPr/>
        </p:nvSpPr>
        <p:spPr>
          <a:xfrm>
            <a:off x="2415175" y="832048"/>
            <a:ext cx="5580000" cy="43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3"/>
          <p:cNvSpPr txBox="1">
            <a:spLocks noGrp="1"/>
          </p:cNvSpPr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Fluxul de date</a:t>
            </a:r>
            <a:endParaRPr dirty="0"/>
          </a:p>
        </p:txBody>
      </p:sp>
      <p:sp>
        <p:nvSpPr>
          <p:cNvPr id="837" name="Google Shape;837;p53"/>
          <p:cNvSpPr txBox="1">
            <a:spLocks noGrp="1"/>
          </p:cNvSpPr>
          <p:nvPr>
            <p:ph type="title" idx="2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838" name="Google Shape;838;p53"/>
          <p:cNvSpPr txBox="1">
            <a:spLocks noGrp="1"/>
          </p:cNvSpPr>
          <p:nvPr>
            <p:ph type="subTitle" idx="1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Procesul prin care trec datele</a:t>
            </a:r>
            <a:endParaRPr dirty="0"/>
          </a:p>
        </p:txBody>
      </p:sp>
      <p:cxnSp>
        <p:nvCxnSpPr>
          <p:cNvPr id="839" name="Google Shape;839;p53"/>
          <p:cNvCxnSpPr/>
          <p:nvPr/>
        </p:nvCxnSpPr>
        <p:spPr>
          <a:xfrm rot="10800000" flipH="1">
            <a:off x="2828575" y="4400742"/>
            <a:ext cx="5494200" cy="1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0" name="Google Shape;840;p53"/>
          <p:cNvGrpSpPr/>
          <p:nvPr/>
        </p:nvGrpSpPr>
        <p:grpSpPr>
          <a:xfrm rot="-5400000">
            <a:off x="7593664" y="1799657"/>
            <a:ext cx="772605" cy="196301"/>
            <a:chOff x="2641350" y="846250"/>
            <a:chExt cx="413600" cy="105075"/>
          </a:xfrm>
        </p:grpSpPr>
        <p:sp>
          <p:nvSpPr>
            <p:cNvPr id="841" name="Google Shape;841;p53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3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53"/>
          <p:cNvGrpSpPr/>
          <p:nvPr/>
        </p:nvGrpSpPr>
        <p:grpSpPr>
          <a:xfrm rot="5400000">
            <a:off x="-847462" y="1804154"/>
            <a:ext cx="3397850" cy="187275"/>
            <a:chOff x="-3237675" y="-1132050"/>
            <a:chExt cx="3397850" cy="187275"/>
          </a:xfrm>
        </p:grpSpPr>
        <p:sp>
          <p:nvSpPr>
            <p:cNvPr id="846" name="Google Shape;846;p53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55" name="Google Shape;855;p53"/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4"/>
          <p:cNvSpPr/>
          <p:nvPr/>
        </p:nvSpPr>
        <p:spPr>
          <a:xfrm>
            <a:off x="3308700" y="1088800"/>
            <a:ext cx="2514600" cy="365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54"/>
          <p:cNvSpPr/>
          <p:nvPr/>
        </p:nvSpPr>
        <p:spPr>
          <a:xfrm>
            <a:off x="6027801" y="1088800"/>
            <a:ext cx="2514600" cy="365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2" name="Google Shape;862;p54"/>
          <p:cNvSpPr/>
          <p:nvPr/>
        </p:nvSpPr>
        <p:spPr>
          <a:xfrm>
            <a:off x="609275" y="1088800"/>
            <a:ext cx="2514600" cy="365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54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Procesul</a:t>
            </a:r>
            <a:endParaRPr dirty="0"/>
          </a:p>
        </p:txBody>
      </p:sp>
      <p:sp>
        <p:nvSpPr>
          <p:cNvPr id="864" name="Google Shape;864;p54"/>
          <p:cNvSpPr txBox="1">
            <a:spLocks noGrp="1"/>
          </p:cNvSpPr>
          <p:nvPr>
            <p:ph type="title" idx="4"/>
          </p:nvPr>
        </p:nvSpPr>
        <p:spPr>
          <a:xfrm>
            <a:off x="720000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Intersectia</a:t>
            </a:r>
            <a:endParaRPr dirty="0"/>
          </a:p>
        </p:txBody>
      </p:sp>
      <p:sp>
        <p:nvSpPr>
          <p:cNvPr id="865" name="Google Shape;865;p54"/>
          <p:cNvSpPr txBox="1">
            <a:spLocks noGrp="1"/>
          </p:cNvSpPr>
          <p:nvPr>
            <p:ph type="subTitle" idx="5"/>
          </p:nvPr>
        </p:nvSpPr>
        <p:spPr>
          <a:xfrm>
            <a:off x="720000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Prezentarea gradului de accident</a:t>
            </a:r>
            <a:endParaRPr dirty="0"/>
          </a:p>
        </p:txBody>
      </p:sp>
      <p:sp>
        <p:nvSpPr>
          <p:cNvPr id="866" name="Google Shape;866;p54"/>
          <p:cNvSpPr txBox="1">
            <a:spLocks noGrp="1"/>
          </p:cNvSpPr>
          <p:nvPr>
            <p:ph type="title"/>
          </p:nvPr>
        </p:nvSpPr>
        <p:spPr>
          <a:xfrm>
            <a:off x="720000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Poza</a:t>
            </a:r>
            <a:endParaRPr dirty="0"/>
          </a:p>
        </p:txBody>
      </p:sp>
      <p:sp>
        <p:nvSpPr>
          <p:cNvPr id="867" name="Google Shape;867;p54"/>
          <p:cNvSpPr txBox="1">
            <a:spLocks noGrp="1"/>
          </p:cNvSpPr>
          <p:nvPr>
            <p:ph type="subTitle" idx="1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Identificarea numarului de inmatriculare</a:t>
            </a:r>
            <a:endParaRPr dirty="0"/>
          </a:p>
        </p:txBody>
      </p:sp>
      <p:sp>
        <p:nvSpPr>
          <p:cNvPr id="868" name="Google Shape;868;p54"/>
          <p:cNvSpPr txBox="1">
            <a:spLocks noGrp="1"/>
          </p:cNvSpPr>
          <p:nvPr>
            <p:ph type="title" idx="2"/>
          </p:nvPr>
        </p:nvSpPr>
        <p:spPr>
          <a:xfrm>
            <a:off x="3419269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Locatie</a:t>
            </a:r>
            <a:endParaRPr dirty="0"/>
          </a:p>
        </p:txBody>
      </p:sp>
      <p:sp>
        <p:nvSpPr>
          <p:cNvPr id="869" name="Google Shape;869;p54"/>
          <p:cNvSpPr txBox="1">
            <a:spLocks noGrp="1"/>
          </p:cNvSpPr>
          <p:nvPr>
            <p:ph type="subTitle" idx="3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Identificarea locatiei</a:t>
            </a:r>
            <a:endParaRPr dirty="0"/>
          </a:p>
        </p:txBody>
      </p:sp>
      <p:sp>
        <p:nvSpPr>
          <p:cNvPr id="870" name="Google Shape;870;p54"/>
          <p:cNvSpPr txBox="1">
            <a:spLocks noGrp="1"/>
          </p:cNvSpPr>
          <p:nvPr>
            <p:ph type="title" idx="6"/>
          </p:nvPr>
        </p:nvSpPr>
        <p:spPr>
          <a:xfrm>
            <a:off x="3419269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Studiu</a:t>
            </a:r>
            <a:endParaRPr dirty="0"/>
          </a:p>
        </p:txBody>
      </p:sp>
      <p:sp>
        <p:nvSpPr>
          <p:cNvPr id="871" name="Google Shape;871;p54"/>
          <p:cNvSpPr txBox="1">
            <a:spLocks noGrp="1"/>
          </p:cNvSpPr>
          <p:nvPr>
            <p:ph type="subTitle" idx="7"/>
          </p:nvPr>
        </p:nvSpPr>
        <p:spPr>
          <a:xfrm>
            <a:off x="3419269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Prezinta care e predictia unui accident.</a:t>
            </a:r>
            <a:endParaRPr dirty="0"/>
          </a:p>
        </p:txBody>
      </p:sp>
      <p:sp>
        <p:nvSpPr>
          <p:cNvPr id="872" name="Google Shape;872;p54"/>
          <p:cNvSpPr txBox="1">
            <a:spLocks noGrp="1"/>
          </p:cNvSpPr>
          <p:nvPr>
            <p:ph type="title" idx="8"/>
          </p:nvPr>
        </p:nvSpPr>
        <p:spPr>
          <a:xfrm>
            <a:off x="6118545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Istoric</a:t>
            </a:r>
            <a:endParaRPr dirty="0"/>
          </a:p>
        </p:txBody>
      </p:sp>
      <p:sp>
        <p:nvSpPr>
          <p:cNvPr id="873" name="Google Shape;873;p54"/>
          <p:cNvSpPr txBox="1">
            <a:spLocks noGrp="1"/>
          </p:cNvSpPr>
          <p:nvPr>
            <p:ph type="subTitle" idx="9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Istoricul masinii pentru care esti atentionat</a:t>
            </a:r>
            <a:endParaRPr dirty="0"/>
          </a:p>
        </p:txBody>
      </p:sp>
      <p:sp>
        <p:nvSpPr>
          <p:cNvPr id="874" name="Google Shape;874;p54"/>
          <p:cNvSpPr txBox="1">
            <a:spLocks noGrp="1"/>
          </p:cNvSpPr>
          <p:nvPr>
            <p:ph type="title" idx="13"/>
          </p:nvPr>
        </p:nvSpPr>
        <p:spPr>
          <a:xfrm>
            <a:off x="6118545" y="361881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Preventie</a:t>
            </a:r>
            <a:endParaRPr dirty="0"/>
          </a:p>
        </p:txBody>
      </p:sp>
      <p:sp>
        <p:nvSpPr>
          <p:cNvPr id="875" name="Google Shape;875;p54"/>
          <p:cNvSpPr txBox="1">
            <a:spLocks noGrp="1"/>
          </p:cNvSpPr>
          <p:nvPr>
            <p:ph type="subTitle" idx="14"/>
          </p:nvPr>
        </p:nvSpPr>
        <p:spPr>
          <a:xfrm>
            <a:off x="6118545" y="41291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/>
              <a:t>Prezinta cam ce nivel de atentie trebuie sa dedici</a:t>
            </a:r>
            <a:endParaRPr dirty="0"/>
          </a:p>
        </p:txBody>
      </p:sp>
      <p:grpSp>
        <p:nvGrpSpPr>
          <p:cNvPr id="876" name="Google Shape;876;p54"/>
          <p:cNvGrpSpPr/>
          <p:nvPr/>
        </p:nvGrpSpPr>
        <p:grpSpPr>
          <a:xfrm>
            <a:off x="1565169" y="1234995"/>
            <a:ext cx="615163" cy="548658"/>
            <a:chOff x="892750" y="267400"/>
            <a:chExt cx="483125" cy="424625"/>
          </a:xfrm>
        </p:grpSpPr>
        <p:sp>
          <p:nvSpPr>
            <p:cNvPr id="877" name="Google Shape;877;p54"/>
            <p:cNvSpPr/>
            <p:nvPr/>
          </p:nvSpPr>
          <p:spPr>
            <a:xfrm>
              <a:off x="892750" y="26740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1091875" y="4655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" name="Google Shape;879;p54"/>
            <p:cNvSpPr/>
            <p:nvPr/>
          </p:nvSpPr>
          <p:spPr>
            <a:xfrm>
              <a:off x="1005975" y="38062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0" name="Google Shape;880;p54"/>
          <p:cNvGrpSpPr/>
          <p:nvPr/>
        </p:nvGrpSpPr>
        <p:grpSpPr>
          <a:xfrm>
            <a:off x="4325139" y="1235002"/>
            <a:ext cx="493783" cy="548645"/>
            <a:chOff x="1516475" y="238075"/>
            <a:chExt cx="424650" cy="483175"/>
          </a:xfrm>
        </p:grpSpPr>
        <p:sp>
          <p:nvSpPr>
            <p:cNvPr id="881" name="Google Shape;881;p54"/>
            <p:cNvSpPr/>
            <p:nvPr/>
          </p:nvSpPr>
          <p:spPr>
            <a:xfrm>
              <a:off x="1516475" y="238075"/>
              <a:ext cx="424650" cy="483175"/>
            </a:xfrm>
            <a:custGeom>
              <a:avLst/>
              <a:gdLst/>
              <a:ahLst/>
              <a:cxnLst/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" name="Google Shape;882;p54"/>
            <p:cNvSpPr/>
            <p:nvPr/>
          </p:nvSpPr>
          <p:spPr>
            <a:xfrm>
              <a:off x="1652425" y="324000"/>
              <a:ext cx="147150" cy="141575"/>
            </a:xfrm>
            <a:custGeom>
              <a:avLst/>
              <a:gdLst/>
              <a:ahLst/>
              <a:cxnLst/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8" name="Google Shape;888;p54"/>
          <p:cNvSpPr/>
          <p:nvPr/>
        </p:nvSpPr>
        <p:spPr>
          <a:xfrm>
            <a:off x="7024407" y="3038684"/>
            <a:ext cx="493785" cy="548628"/>
          </a:xfrm>
          <a:custGeom>
            <a:avLst/>
            <a:gdLst/>
            <a:ahLst/>
            <a:cxnLst/>
            <a:rect l="l" t="t" r="r" b="b"/>
            <a:pathLst>
              <a:path w="16989" h="19323" extrusionOk="0">
                <a:moveTo>
                  <a:pt x="8495" y="2378"/>
                </a:moveTo>
                <a:cubicBezTo>
                  <a:pt x="9434" y="2378"/>
                  <a:pt x="10195" y="3136"/>
                  <a:pt x="10195" y="4075"/>
                </a:cubicBezTo>
                <a:lnTo>
                  <a:pt x="10195" y="4642"/>
                </a:lnTo>
                <a:lnTo>
                  <a:pt x="6798" y="4642"/>
                </a:lnTo>
                <a:lnTo>
                  <a:pt x="6798" y="4075"/>
                </a:lnTo>
                <a:cubicBezTo>
                  <a:pt x="6798" y="3136"/>
                  <a:pt x="7556" y="2378"/>
                  <a:pt x="8495" y="2378"/>
                </a:cubicBezTo>
                <a:close/>
                <a:moveTo>
                  <a:pt x="4242" y="1130"/>
                </a:moveTo>
                <a:cubicBezTo>
                  <a:pt x="4665" y="1130"/>
                  <a:pt x="5096" y="1267"/>
                  <a:pt x="5469" y="1565"/>
                </a:cubicBezTo>
                <a:lnTo>
                  <a:pt x="6330" y="2251"/>
                </a:lnTo>
                <a:cubicBezTo>
                  <a:pt x="5901" y="2761"/>
                  <a:pt x="5662" y="3407"/>
                  <a:pt x="5665" y="4075"/>
                </a:cubicBezTo>
                <a:lnTo>
                  <a:pt x="5665" y="4642"/>
                </a:lnTo>
                <a:lnTo>
                  <a:pt x="3872" y="4642"/>
                </a:lnTo>
                <a:cubicBezTo>
                  <a:pt x="3870" y="4642"/>
                  <a:pt x="3869" y="4642"/>
                  <a:pt x="3867" y="4642"/>
                </a:cubicBezTo>
                <a:cubicBezTo>
                  <a:pt x="2879" y="4642"/>
                  <a:pt x="2127" y="3756"/>
                  <a:pt x="2290" y="2782"/>
                </a:cubicBezTo>
                <a:cubicBezTo>
                  <a:pt x="2459" y="1765"/>
                  <a:pt x="3331" y="1130"/>
                  <a:pt x="4242" y="1130"/>
                </a:cubicBezTo>
                <a:close/>
                <a:moveTo>
                  <a:pt x="12746" y="1131"/>
                </a:moveTo>
                <a:cubicBezTo>
                  <a:pt x="13657" y="1131"/>
                  <a:pt x="14530" y="1767"/>
                  <a:pt x="14700" y="2782"/>
                </a:cubicBezTo>
                <a:cubicBezTo>
                  <a:pt x="14862" y="3756"/>
                  <a:pt x="14110" y="4642"/>
                  <a:pt x="13122" y="4642"/>
                </a:cubicBezTo>
                <a:cubicBezTo>
                  <a:pt x="13121" y="4642"/>
                  <a:pt x="13119" y="4642"/>
                  <a:pt x="13117" y="4642"/>
                </a:cubicBezTo>
                <a:lnTo>
                  <a:pt x="11327" y="4642"/>
                </a:lnTo>
                <a:lnTo>
                  <a:pt x="11327" y="4075"/>
                </a:lnTo>
                <a:cubicBezTo>
                  <a:pt x="11327" y="3407"/>
                  <a:pt x="11088" y="2761"/>
                  <a:pt x="10660" y="2251"/>
                </a:cubicBezTo>
                <a:lnTo>
                  <a:pt x="11523" y="1565"/>
                </a:lnTo>
                <a:cubicBezTo>
                  <a:pt x="11895" y="1267"/>
                  <a:pt x="12325" y="1131"/>
                  <a:pt x="12746" y="1131"/>
                </a:cubicBezTo>
                <a:close/>
                <a:moveTo>
                  <a:pt x="6798" y="5775"/>
                </a:moveTo>
                <a:lnTo>
                  <a:pt x="6798" y="8039"/>
                </a:lnTo>
                <a:lnTo>
                  <a:pt x="1136" y="8039"/>
                </a:lnTo>
                <a:lnTo>
                  <a:pt x="1136" y="6339"/>
                </a:lnTo>
                <a:cubicBezTo>
                  <a:pt x="1136" y="6025"/>
                  <a:pt x="1387" y="5775"/>
                  <a:pt x="1701" y="5775"/>
                </a:cubicBezTo>
                <a:close/>
                <a:moveTo>
                  <a:pt x="15288" y="5775"/>
                </a:moveTo>
                <a:cubicBezTo>
                  <a:pt x="15602" y="5775"/>
                  <a:pt x="15856" y="6025"/>
                  <a:pt x="15856" y="6339"/>
                </a:cubicBezTo>
                <a:lnTo>
                  <a:pt x="15856" y="8039"/>
                </a:lnTo>
                <a:lnTo>
                  <a:pt x="10195" y="8039"/>
                </a:lnTo>
                <a:lnTo>
                  <a:pt x="10195" y="5775"/>
                </a:lnTo>
                <a:close/>
                <a:moveTo>
                  <a:pt x="6798" y="9171"/>
                </a:moveTo>
                <a:lnTo>
                  <a:pt x="6798" y="11361"/>
                </a:lnTo>
                <a:lnTo>
                  <a:pt x="2269" y="11361"/>
                </a:lnTo>
                <a:lnTo>
                  <a:pt x="2269" y="9171"/>
                </a:lnTo>
                <a:close/>
                <a:moveTo>
                  <a:pt x="14724" y="9171"/>
                </a:moveTo>
                <a:lnTo>
                  <a:pt x="14724" y="11361"/>
                </a:lnTo>
                <a:lnTo>
                  <a:pt x="10195" y="11361"/>
                </a:lnTo>
                <a:lnTo>
                  <a:pt x="10195" y="9171"/>
                </a:lnTo>
                <a:close/>
                <a:moveTo>
                  <a:pt x="6798" y="12493"/>
                </a:moveTo>
                <a:lnTo>
                  <a:pt x="6798" y="13625"/>
                </a:lnTo>
                <a:lnTo>
                  <a:pt x="2269" y="13625"/>
                </a:lnTo>
                <a:lnTo>
                  <a:pt x="2269" y="12493"/>
                </a:lnTo>
                <a:close/>
                <a:moveTo>
                  <a:pt x="14724" y="12493"/>
                </a:moveTo>
                <a:lnTo>
                  <a:pt x="14724" y="13625"/>
                </a:lnTo>
                <a:lnTo>
                  <a:pt x="10195" y="13625"/>
                </a:lnTo>
                <a:lnTo>
                  <a:pt x="10195" y="12493"/>
                </a:lnTo>
                <a:close/>
                <a:moveTo>
                  <a:pt x="6798" y="14757"/>
                </a:moveTo>
                <a:lnTo>
                  <a:pt x="6798" y="18191"/>
                </a:lnTo>
                <a:lnTo>
                  <a:pt x="2833" y="18191"/>
                </a:lnTo>
                <a:cubicBezTo>
                  <a:pt x="2519" y="18191"/>
                  <a:pt x="2269" y="17937"/>
                  <a:pt x="2269" y="17626"/>
                </a:cubicBezTo>
                <a:lnTo>
                  <a:pt x="2269" y="14757"/>
                </a:lnTo>
                <a:close/>
                <a:moveTo>
                  <a:pt x="9062" y="5775"/>
                </a:moveTo>
                <a:lnTo>
                  <a:pt x="9062" y="18191"/>
                </a:lnTo>
                <a:lnTo>
                  <a:pt x="7930" y="18191"/>
                </a:lnTo>
                <a:lnTo>
                  <a:pt x="7930" y="5775"/>
                </a:lnTo>
                <a:close/>
                <a:moveTo>
                  <a:pt x="14724" y="14757"/>
                </a:moveTo>
                <a:lnTo>
                  <a:pt x="14724" y="17626"/>
                </a:lnTo>
                <a:cubicBezTo>
                  <a:pt x="14724" y="17937"/>
                  <a:pt x="14470" y="18191"/>
                  <a:pt x="14156" y="18191"/>
                </a:cubicBezTo>
                <a:lnTo>
                  <a:pt x="10195" y="18191"/>
                </a:lnTo>
                <a:lnTo>
                  <a:pt x="10195" y="14757"/>
                </a:lnTo>
                <a:close/>
                <a:moveTo>
                  <a:pt x="4235" y="0"/>
                </a:moveTo>
                <a:cubicBezTo>
                  <a:pt x="3860" y="0"/>
                  <a:pt x="3484" y="68"/>
                  <a:pt x="3123" y="207"/>
                </a:cubicBezTo>
                <a:cubicBezTo>
                  <a:pt x="2096" y="599"/>
                  <a:pt x="1351" y="1508"/>
                  <a:pt x="1172" y="2595"/>
                </a:cubicBezTo>
                <a:cubicBezTo>
                  <a:pt x="1052" y="3314"/>
                  <a:pt x="1224" y="4050"/>
                  <a:pt x="1653" y="4642"/>
                </a:cubicBezTo>
                <a:cubicBezTo>
                  <a:pt x="732" y="4666"/>
                  <a:pt x="1" y="5421"/>
                  <a:pt x="1" y="6339"/>
                </a:cubicBezTo>
                <a:lnTo>
                  <a:pt x="4" y="8604"/>
                </a:lnTo>
                <a:cubicBezTo>
                  <a:pt x="4" y="8918"/>
                  <a:pt x="255" y="9171"/>
                  <a:pt x="569" y="9171"/>
                </a:cubicBezTo>
                <a:lnTo>
                  <a:pt x="1136" y="9171"/>
                </a:lnTo>
                <a:lnTo>
                  <a:pt x="1136" y="17626"/>
                </a:lnTo>
                <a:cubicBezTo>
                  <a:pt x="1136" y="18562"/>
                  <a:pt x="1894" y="19323"/>
                  <a:pt x="2833" y="19323"/>
                </a:cubicBezTo>
                <a:lnTo>
                  <a:pt x="14156" y="19323"/>
                </a:lnTo>
                <a:cubicBezTo>
                  <a:pt x="15095" y="19323"/>
                  <a:pt x="15853" y="18562"/>
                  <a:pt x="15856" y="17626"/>
                </a:cubicBezTo>
                <a:lnTo>
                  <a:pt x="15856" y="9171"/>
                </a:lnTo>
                <a:lnTo>
                  <a:pt x="16421" y="9171"/>
                </a:lnTo>
                <a:cubicBezTo>
                  <a:pt x="16735" y="9171"/>
                  <a:pt x="16988" y="8918"/>
                  <a:pt x="16988" y="8604"/>
                </a:cubicBezTo>
                <a:lnTo>
                  <a:pt x="16988" y="6339"/>
                </a:lnTo>
                <a:cubicBezTo>
                  <a:pt x="16988" y="5418"/>
                  <a:pt x="16255" y="4666"/>
                  <a:pt x="15337" y="4642"/>
                </a:cubicBezTo>
                <a:cubicBezTo>
                  <a:pt x="15762" y="4050"/>
                  <a:pt x="15938" y="3314"/>
                  <a:pt x="15817" y="2595"/>
                </a:cubicBezTo>
                <a:cubicBezTo>
                  <a:pt x="15636" y="1508"/>
                  <a:pt x="14893" y="599"/>
                  <a:pt x="13866" y="207"/>
                </a:cubicBezTo>
                <a:cubicBezTo>
                  <a:pt x="13506" y="68"/>
                  <a:pt x="13129" y="0"/>
                  <a:pt x="12755" y="0"/>
                </a:cubicBezTo>
                <a:cubicBezTo>
                  <a:pt x="12061" y="0"/>
                  <a:pt x="11376" y="233"/>
                  <a:pt x="10817" y="681"/>
                </a:cubicBezTo>
                <a:lnTo>
                  <a:pt x="9742" y="1535"/>
                </a:lnTo>
                <a:cubicBezTo>
                  <a:pt x="9348" y="1340"/>
                  <a:pt x="8920" y="1243"/>
                  <a:pt x="8494" y="1243"/>
                </a:cubicBezTo>
                <a:cubicBezTo>
                  <a:pt x="8067" y="1243"/>
                  <a:pt x="7640" y="1340"/>
                  <a:pt x="7248" y="1535"/>
                </a:cubicBezTo>
                <a:lnTo>
                  <a:pt x="6173" y="681"/>
                </a:lnTo>
                <a:cubicBezTo>
                  <a:pt x="5614" y="233"/>
                  <a:pt x="4928" y="0"/>
                  <a:pt x="42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cxnSp>
        <p:nvCxnSpPr>
          <p:cNvPr id="889" name="Google Shape;889;p54"/>
          <p:cNvCxnSpPr/>
          <p:nvPr/>
        </p:nvCxnSpPr>
        <p:spPr>
          <a:xfrm>
            <a:off x="562125" y="2913767"/>
            <a:ext cx="8216400" cy="1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0" name="Google Shape;890;p54"/>
          <p:cNvSpPr/>
          <p:nvPr/>
        </p:nvSpPr>
        <p:spPr>
          <a:xfrm>
            <a:off x="1671912" y="134302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54"/>
          <p:cNvSpPr/>
          <p:nvPr/>
        </p:nvSpPr>
        <p:spPr>
          <a:xfrm>
            <a:off x="4572062" y="307159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54"/>
          <p:cNvSpPr/>
          <p:nvPr/>
        </p:nvSpPr>
        <p:spPr>
          <a:xfrm>
            <a:off x="6969212" y="300947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4371187" y="148079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54"/>
          <p:cNvSpPr/>
          <p:nvPr/>
        </p:nvSpPr>
        <p:spPr>
          <a:xfrm>
            <a:off x="1517112" y="300947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54"/>
          <p:cNvSpPr/>
          <p:nvPr/>
        </p:nvSpPr>
        <p:spPr>
          <a:xfrm>
            <a:off x="7238320" y="1121397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6" name="Google Shape;896;p54"/>
          <p:cNvGrpSpPr/>
          <p:nvPr/>
        </p:nvGrpSpPr>
        <p:grpSpPr>
          <a:xfrm>
            <a:off x="2505838" y="545891"/>
            <a:ext cx="913425" cy="370975"/>
            <a:chOff x="6514150" y="4420266"/>
            <a:chExt cx="913425" cy="370975"/>
          </a:xfrm>
        </p:grpSpPr>
        <p:sp>
          <p:nvSpPr>
            <p:cNvPr id="897" name="Google Shape;897;p54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4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1028;p88">
            <a:extLst>
              <a:ext uri="{FF2B5EF4-FFF2-40B4-BE49-F238E27FC236}">
                <a16:creationId xmlns:a16="http://schemas.microsoft.com/office/drawing/2014/main" id="{B8828004-AC1C-DC50-8E71-52640D28A363}"/>
              </a:ext>
            </a:extLst>
          </p:cNvPr>
          <p:cNvGrpSpPr/>
          <p:nvPr/>
        </p:nvGrpSpPr>
        <p:grpSpPr>
          <a:xfrm>
            <a:off x="6988976" y="1284445"/>
            <a:ext cx="488299" cy="508809"/>
            <a:chOff x="-31889075" y="2658950"/>
            <a:chExt cx="302475" cy="290775"/>
          </a:xfrm>
        </p:grpSpPr>
        <p:sp>
          <p:nvSpPr>
            <p:cNvPr id="3" name="Google Shape;11029;p88">
              <a:extLst>
                <a:ext uri="{FF2B5EF4-FFF2-40B4-BE49-F238E27FC236}">
                  <a16:creationId xmlns:a16="http://schemas.microsoft.com/office/drawing/2014/main" id="{00525DD9-1765-B56E-9CD0-04085214E4D7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030;p88">
              <a:extLst>
                <a:ext uri="{FF2B5EF4-FFF2-40B4-BE49-F238E27FC236}">
                  <a16:creationId xmlns:a16="http://schemas.microsoft.com/office/drawing/2014/main" id="{04EB43E4-10EE-043E-8E72-4E3E7735D75A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0261;p85">
            <a:extLst>
              <a:ext uri="{FF2B5EF4-FFF2-40B4-BE49-F238E27FC236}">
                <a16:creationId xmlns:a16="http://schemas.microsoft.com/office/drawing/2014/main" id="{2A2B3AB6-9EBA-3C7D-C100-E8655EDE4E2B}"/>
              </a:ext>
            </a:extLst>
          </p:cNvPr>
          <p:cNvGrpSpPr/>
          <p:nvPr/>
        </p:nvGrpSpPr>
        <p:grpSpPr>
          <a:xfrm>
            <a:off x="1648630" y="3095663"/>
            <a:ext cx="531701" cy="532802"/>
            <a:chOff x="1487200" y="4421025"/>
            <a:chExt cx="483125" cy="439750"/>
          </a:xfrm>
        </p:grpSpPr>
        <p:sp>
          <p:nvSpPr>
            <p:cNvPr id="6" name="Google Shape;10262;p85">
              <a:extLst>
                <a:ext uri="{FF2B5EF4-FFF2-40B4-BE49-F238E27FC236}">
                  <a16:creationId xmlns:a16="http://schemas.microsoft.com/office/drawing/2014/main" id="{45DDA5CB-D431-D33A-4324-671707164DC1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10263;p85">
              <a:extLst>
                <a:ext uri="{FF2B5EF4-FFF2-40B4-BE49-F238E27FC236}">
                  <a16:creationId xmlns:a16="http://schemas.microsoft.com/office/drawing/2014/main" id="{BF734EA5-F05D-F30C-5206-EFC89D5B9F88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10264;p85">
              <a:extLst>
                <a:ext uri="{FF2B5EF4-FFF2-40B4-BE49-F238E27FC236}">
                  <a16:creationId xmlns:a16="http://schemas.microsoft.com/office/drawing/2014/main" id="{EC330213-880A-CF71-2F15-B64AF03636CD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10265;p85">
              <a:extLst>
                <a:ext uri="{FF2B5EF4-FFF2-40B4-BE49-F238E27FC236}">
                  <a16:creationId xmlns:a16="http://schemas.microsoft.com/office/drawing/2014/main" id="{EF45F842-27B8-BC90-80E0-EEC441925D9D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" name="Google Shape;10078;p85">
            <a:extLst>
              <a:ext uri="{FF2B5EF4-FFF2-40B4-BE49-F238E27FC236}">
                <a16:creationId xmlns:a16="http://schemas.microsoft.com/office/drawing/2014/main" id="{2B02E9DF-28B2-4044-B6BB-525B5128D3C1}"/>
              </a:ext>
            </a:extLst>
          </p:cNvPr>
          <p:cNvGrpSpPr/>
          <p:nvPr/>
        </p:nvGrpSpPr>
        <p:grpSpPr>
          <a:xfrm>
            <a:off x="4335938" y="3133130"/>
            <a:ext cx="482984" cy="475484"/>
            <a:chOff x="3270550" y="832575"/>
            <a:chExt cx="499375" cy="483125"/>
          </a:xfrm>
        </p:grpSpPr>
        <p:sp>
          <p:nvSpPr>
            <p:cNvPr id="11" name="Google Shape;10079;p85">
              <a:extLst>
                <a:ext uri="{FF2B5EF4-FFF2-40B4-BE49-F238E27FC236}">
                  <a16:creationId xmlns:a16="http://schemas.microsoft.com/office/drawing/2014/main" id="{EB0438B6-5890-9E5E-BC71-2D1D5A778A43}"/>
                </a:ext>
              </a:extLst>
            </p:cNvPr>
            <p:cNvSpPr/>
            <p:nvPr/>
          </p:nvSpPr>
          <p:spPr>
            <a:xfrm>
              <a:off x="3270550" y="865975"/>
              <a:ext cx="463725" cy="449725"/>
            </a:xfrm>
            <a:custGeom>
              <a:avLst/>
              <a:gdLst/>
              <a:ahLst/>
              <a:cxnLst/>
              <a:rect l="l" t="t" r="r" b="b"/>
              <a:pathLst>
                <a:path w="18549" h="17989" extrusionOk="0">
                  <a:moveTo>
                    <a:pt x="4823" y="1361"/>
                  </a:moveTo>
                  <a:lnTo>
                    <a:pt x="9177" y="8619"/>
                  </a:lnTo>
                  <a:cubicBezTo>
                    <a:pt x="9237" y="8716"/>
                    <a:pt x="9325" y="8794"/>
                    <a:pt x="9427" y="8843"/>
                  </a:cubicBezTo>
                  <a:lnTo>
                    <a:pt x="17136" y="12345"/>
                  </a:lnTo>
                  <a:cubicBezTo>
                    <a:pt x="15653" y="15102"/>
                    <a:pt x="12779" y="16856"/>
                    <a:pt x="9663" y="16856"/>
                  </a:cubicBezTo>
                  <a:cubicBezTo>
                    <a:pt x="4958" y="16856"/>
                    <a:pt x="1133" y="13031"/>
                    <a:pt x="1133" y="8326"/>
                  </a:cubicBezTo>
                  <a:cubicBezTo>
                    <a:pt x="1133" y="5573"/>
                    <a:pt x="2534" y="2952"/>
                    <a:pt x="4823" y="1361"/>
                  </a:cubicBezTo>
                  <a:close/>
                  <a:moveTo>
                    <a:pt x="5005" y="0"/>
                  </a:moveTo>
                  <a:cubicBezTo>
                    <a:pt x="4907" y="0"/>
                    <a:pt x="4807" y="26"/>
                    <a:pt x="4717" y="80"/>
                  </a:cubicBezTo>
                  <a:cubicBezTo>
                    <a:pt x="3313" y="926"/>
                    <a:pt x="2141" y="2106"/>
                    <a:pt x="1311" y="3516"/>
                  </a:cubicBezTo>
                  <a:cubicBezTo>
                    <a:pt x="453" y="4975"/>
                    <a:pt x="1" y="6636"/>
                    <a:pt x="1" y="8326"/>
                  </a:cubicBezTo>
                  <a:cubicBezTo>
                    <a:pt x="1" y="10896"/>
                    <a:pt x="1009" y="13321"/>
                    <a:pt x="2839" y="15150"/>
                  </a:cubicBezTo>
                  <a:cubicBezTo>
                    <a:pt x="4669" y="16980"/>
                    <a:pt x="7093" y="17989"/>
                    <a:pt x="9663" y="17989"/>
                  </a:cubicBezTo>
                  <a:cubicBezTo>
                    <a:pt x="13410" y="17989"/>
                    <a:pt x="16846" y="15757"/>
                    <a:pt x="18419" y="12306"/>
                  </a:cubicBezTo>
                  <a:cubicBezTo>
                    <a:pt x="18549" y="12022"/>
                    <a:pt x="18422" y="11687"/>
                    <a:pt x="18138" y="11557"/>
                  </a:cubicBezTo>
                  <a:lnTo>
                    <a:pt x="10058" y="7886"/>
                  </a:lnTo>
                  <a:lnTo>
                    <a:pt x="5493" y="277"/>
                  </a:lnTo>
                  <a:cubicBezTo>
                    <a:pt x="5387" y="99"/>
                    <a:pt x="5198" y="0"/>
                    <a:pt x="50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0080;p85">
              <a:extLst>
                <a:ext uri="{FF2B5EF4-FFF2-40B4-BE49-F238E27FC236}">
                  <a16:creationId xmlns:a16="http://schemas.microsoft.com/office/drawing/2014/main" id="{6586FF2F-5D51-A75C-7CD5-C86413848A86}"/>
                </a:ext>
              </a:extLst>
            </p:cNvPr>
            <p:cNvSpPr/>
            <p:nvPr/>
          </p:nvSpPr>
          <p:spPr>
            <a:xfrm>
              <a:off x="3562600" y="876075"/>
              <a:ext cx="207325" cy="241775"/>
            </a:xfrm>
            <a:custGeom>
              <a:avLst/>
              <a:gdLst/>
              <a:ahLst/>
              <a:cxnLst/>
              <a:rect l="l" t="t" r="r" b="b"/>
              <a:pathLst>
                <a:path w="8293" h="9671" extrusionOk="0">
                  <a:moveTo>
                    <a:pt x="4204" y="1437"/>
                  </a:moveTo>
                  <a:cubicBezTo>
                    <a:pt x="5680" y="2826"/>
                    <a:pt x="6517" y="4764"/>
                    <a:pt x="6511" y="6790"/>
                  </a:cubicBezTo>
                  <a:cubicBezTo>
                    <a:pt x="6511" y="7300"/>
                    <a:pt x="6459" y="7811"/>
                    <a:pt x="6354" y="8309"/>
                  </a:cubicBezTo>
                  <a:lnTo>
                    <a:pt x="1468" y="6090"/>
                  </a:lnTo>
                  <a:lnTo>
                    <a:pt x="4204" y="1437"/>
                  </a:lnTo>
                  <a:close/>
                  <a:moveTo>
                    <a:pt x="4060" y="1"/>
                  </a:moveTo>
                  <a:cubicBezTo>
                    <a:pt x="3867" y="1"/>
                    <a:pt x="3677" y="99"/>
                    <a:pt x="3570" y="280"/>
                  </a:cubicBezTo>
                  <a:lnTo>
                    <a:pt x="173" y="6056"/>
                  </a:lnTo>
                  <a:cubicBezTo>
                    <a:pt x="1" y="6346"/>
                    <a:pt x="119" y="6721"/>
                    <a:pt x="427" y="6860"/>
                  </a:cubicBezTo>
                  <a:lnTo>
                    <a:pt x="6499" y="9622"/>
                  </a:lnTo>
                  <a:cubicBezTo>
                    <a:pt x="6574" y="9656"/>
                    <a:pt x="6653" y="9671"/>
                    <a:pt x="6734" y="9671"/>
                  </a:cubicBezTo>
                  <a:cubicBezTo>
                    <a:pt x="6982" y="9671"/>
                    <a:pt x="7202" y="9508"/>
                    <a:pt x="7275" y="9269"/>
                  </a:cubicBezTo>
                  <a:cubicBezTo>
                    <a:pt x="8292" y="5921"/>
                    <a:pt x="7157" y="2291"/>
                    <a:pt x="4409" y="123"/>
                  </a:cubicBezTo>
                  <a:cubicBezTo>
                    <a:pt x="4305" y="40"/>
                    <a:pt x="4182" y="1"/>
                    <a:pt x="40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0081;p85">
              <a:extLst>
                <a:ext uri="{FF2B5EF4-FFF2-40B4-BE49-F238E27FC236}">
                  <a16:creationId xmlns:a16="http://schemas.microsoft.com/office/drawing/2014/main" id="{99E2CB91-00D5-C687-5C1D-61791B172542}"/>
                </a:ext>
              </a:extLst>
            </p:cNvPr>
            <p:cNvSpPr/>
            <p:nvPr/>
          </p:nvSpPr>
          <p:spPr>
            <a:xfrm>
              <a:off x="3443500" y="832575"/>
              <a:ext cx="187300" cy="173625"/>
            </a:xfrm>
            <a:custGeom>
              <a:avLst/>
              <a:gdLst/>
              <a:ahLst/>
              <a:cxnLst/>
              <a:rect l="l" t="t" r="r" b="b"/>
              <a:pathLst>
                <a:path w="7492" h="6945" extrusionOk="0">
                  <a:moveTo>
                    <a:pt x="3877" y="1133"/>
                  </a:moveTo>
                  <a:cubicBezTo>
                    <a:pt x="4588" y="1133"/>
                    <a:pt x="5300" y="1235"/>
                    <a:pt x="5991" y="1440"/>
                  </a:cubicBezTo>
                  <a:lnTo>
                    <a:pt x="3735" y="5269"/>
                  </a:lnTo>
                  <a:lnTo>
                    <a:pt x="1492" y="1528"/>
                  </a:lnTo>
                  <a:cubicBezTo>
                    <a:pt x="2264" y="1265"/>
                    <a:pt x="3070" y="1133"/>
                    <a:pt x="3877" y="1133"/>
                  </a:cubicBezTo>
                  <a:close/>
                  <a:moveTo>
                    <a:pt x="3877" y="0"/>
                  </a:moveTo>
                  <a:cubicBezTo>
                    <a:pt x="2702" y="0"/>
                    <a:pt x="1528" y="243"/>
                    <a:pt x="432" y="728"/>
                  </a:cubicBezTo>
                  <a:cubicBezTo>
                    <a:pt x="121" y="867"/>
                    <a:pt x="0" y="1244"/>
                    <a:pt x="175" y="1537"/>
                  </a:cubicBezTo>
                  <a:lnTo>
                    <a:pt x="3255" y="6670"/>
                  </a:lnTo>
                  <a:cubicBezTo>
                    <a:pt x="3358" y="6839"/>
                    <a:pt x="3542" y="6945"/>
                    <a:pt x="3741" y="6945"/>
                  </a:cubicBezTo>
                  <a:lnTo>
                    <a:pt x="3744" y="6945"/>
                  </a:lnTo>
                  <a:cubicBezTo>
                    <a:pt x="3943" y="6945"/>
                    <a:pt x="4128" y="6839"/>
                    <a:pt x="4230" y="6667"/>
                  </a:cubicBezTo>
                  <a:lnTo>
                    <a:pt x="7313" y="1419"/>
                  </a:lnTo>
                  <a:cubicBezTo>
                    <a:pt x="7491" y="1120"/>
                    <a:pt x="7358" y="737"/>
                    <a:pt x="7038" y="607"/>
                  </a:cubicBezTo>
                  <a:cubicBezTo>
                    <a:pt x="6023" y="202"/>
                    <a:pt x="4950" y="0"/>
                    <a:pt x="38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55"/>
          <p:cNvGrpSpPr/>
          <p:nvPr/>
        </p:nvGrpSpPr>
        <p:grpSpPr>
          <a:xfrm rot="10800000">
            <a:off x="4305271" y="4810771"/>
            <a:ext cx="537556" cy="136576"/>
            <a:chOff x="2641350" y="846250"/>
            <a:chExt cx="413600" cy="105075"/>
          </a:xfrm>
        </p:grpSpPr>
        <p:sp>
          <p:nvSpPr>
            <p:cNvPr id="904" name="Google Shape;904;p55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8" name="Google Shape;908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Date de intrare</a:t>
            </a:r>
            <a:endParaRPr dirty="0"/>
          </a:p>
        </p:txBody>
      </p:sp>
      <p:grpSp>
        <p:nvGrpSpPr>
          <p:cNvPr id="909" name="Google Shape;909;p55"/>
          <p:cNvGrpSpPr/>
          <p:nvPr/>
        </p:nvGrpSpPr>
        <p:grpSpPr>
          <a:xfrm>
            <a:off x="5704570" y="2554986"/>
            <a:ext cx="530895" cy="524521"/>
            <a:chOff x="-65131525" y="1914325"/>
            <a:chExt cx="316650" cy="316625"/>
          </a:xfrm>
        </p:grpSpPr>
        <p:sp>
          <p:nvSpPr>
            <p:cNvPr id="910" name="Google Shape;910;p55"/>
            <p:cNvSpPr/>
            <p:nvPr/>
          </p:nvSpPr>
          <p:spPr>
            <a:xfrm>
              <a:off x="-65024400" y="1949750"/>
              <a:ext cx="103175" cy="247350"/>
            </a:xfrm>
            <a:custGeom>
              <a:avLst/>
              <a:gdLst/>
              <a:ahLst/>
              <a:cxnLst/>
              <a:rect l="l" t="t" r="r" b="b"/>
              <a:pathLst>
                <a:path w="4127" h="9894" extrusionOk="0">
                  <a:moveTo>
                    <a:pt x="2048" y="1"/>
                  </a:moveTo>
                  <a:cubicBezTo>
                    <a:pt x="1859" y="1"/>
                    <a:pt x="1638" y="190"/>
                    <a:pt x="1638" y="379"/>
                  </a:cubicBezTo>
                  <a:lnTo>
                    <a:pt x="1638" y="851"/>
                  </a:lnTo>
                  <a:cubicBezTo>
                    <a:pt x="725" y="1040"/>
                    <a:pt x="0" y="1891"/>
                    <a:pt x="0" y="2868"/>
                  </a:cubicBezTo>
                  <a:cubicBezTo>
                    <a:pt x="0" y="3970"/>
                    <a:pt x="977" y="4632"/>
                    <a:pt x="1827" y="5262"/>
                  </a:cubicBezTo>
                  <a:cubicBezTo>
                    <a:pt x="2552" y="5829"/>
                    <a:pt x="3308" y="6333"/>
                    <a:pt x="3308" y="6995"/>
                  </a:cubicBezTo>
                  <a:cubicBezTo>
                    <a:pt x="3308" y="7656"/>
                    <a:pt x="2772" y="8255"/>
                    <a:pt x="2079" y="8255"/>
                  </a:cubicBezTo>
                  <a:cubicBezTo>
                    <a:pt x="1418" y="8255"/>
                    <a:pt x="851" y="7688"/>
                    <a:pt x="851" y="6995"/>
                  </a:cubicBezTo>
                  <a:cubicBezTo>
                    <a:pt x="851" y="6774"/>
                    <a:pt x="662" y="6617"/>
                    <a:pt x="441" y="6617"/>
                  </a:cubicBezTo>
                  <a:cubicBezTo>
                    <a:pt x="189" y="6617"/>
                    <a:pt x="32" y="6806"/>
                    <a:pt x="32" y="6995"/>
                  </a:cubicBezTo>
                  <a:cubicBezTo>
                    <a:pt x="32" y="7971"/>
                    <a:pt x="756" y="8854"/>
                    <a:pt x="1701" y="9011"/>
                  </a:cubicBezTo>
                  <a:lnTo>
                    <a:pt x="1701" y="9484"/>
                  </a:lnTo>
                  <a:cubicBezTo>
                    <a:pt x="1701" y="9704"/>
                    <a:pt x="1890" y="9893"/>
                    <a:pt x="2079" y="9893"/>
                  </a:cubicBezTo>
                  <a:cubicBezTo>
                    <a:pt x="2268" y="9893"/>
                    <a:pt x="2489" y="9704"/>
                    <a:pt x="2489" y="9484"/>
                  </a:cubicBezTo>
                  <a:lnTo>
                    <a:pt x="2489" y="9011"/>
                  </a:lnTo>
                  <a:cubicBezTo>
                    <a:pt x="3434" y="8791"/>
                    <a:pt x="4127" y="7971"/>
                    <a:pt x="4127" y="6995"/>
                  </a:cubicBezTo>
                  <a:cubicBezTo>
                    <a:pt x="4127" y="5892"/>
                    <a:pt x="3151" y="5231"/>
                    <a:pt x="2331" y="4600"/>
                  </a:cubicBezTo>
                  <a:cubicBezTo>
                    <a:pt x="1575" y="4033"/>
                    <a:pt x="819" y="3529"/>
                    <a:pt x="819" y="2868"/>
                  </a:cubicBezTo>
                  <a:cubicBezTo>
                    <a:pt x="788" y="2143"/>
                    <a:pt x="1386" y="1607"/>
                    <a:pt x="2048" y="1607"/>
                  </a:cubicBezTo>
                  <a:cubicBezTo>
                    <a:pt x="2709" y="1607"/>
                    <a:pt x="3277" y="2143"/>
                    <a:pt x="3277" y="2868"/>
                  </a:cubicBezTo>
                  <a:cubicBezTo>
                    <a:pt x="3277" y="3088"/>
                    <a:pt x="3466" y="3246"/>
                    <a:pt x="3686" y="3246"/>
                  </a:cubicBezTo>
                  <a:cubicBezTo>
                    <a:pt x="3938" y="3246"/>
                    <a:pt x="4096" y="3057"/>
                    <a:pt x="4096" y="2868"/>
                  </a:cubicBezTo>
                  <a:cubicBezTo>
                    <a:pt x="4096" y="1891"/>
                    <a:pt x="3371" y="1009"/>
                    <a:pt x="2426" y="851"/>
                  </a:cubicBezTo>
                  <a:lnTo>
                    <a:pt x="2426" y="379"/>
                  </a:lnTo>
                  <a:cubicBezTo>
                    <a:pt x="2426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-65131525" y="1914325"/>
              <a:ext cx="316650" cy="316625"/>
            </a:xfrm>
            <a:custGeom>
              <a:avLst/>
              <a:gdLst/>
              <a:ahLst/>
              <a:cxnLst/>
              <a:rect l="l" t="t" r="r" b="b"/>
              <a:pathLst>
                <a:path w="12666" h="12665" extrusionOk="0">
                  <a:moveTo>
                    <a:pt x="6333" y="819"/>
                  </a:moveTo>
                  <a:cubicBezTo>
                    <a:pt x="9357" y="819"/>
                    <a:pt x="11846" y="3308"/>
                    <a:pt x="11846" y="6332"/>
                  </a:cubicBezTo>
                  <a:cubicBezTo>
                    <a:pt x="11846" y="9357"/>
                    <a:pt x="9357" y="11846"/>
                    <a:pt x="6333" y="11846"/>
                  </a:cubicBezTo>
                  <a:cubicBezTo>
                    <a:pt x="3308" y="11846"/>
                    <a:pt x="819" y="9357"/>
                    <a:pt x="819" y="6332"/>
                  </a:cubicBezTo>
                  <a:cubicBezTo>
                    <a:pt x="819" y="3308"/>
                    <a:pt x="3308" y="819"/>
                    <a:pt x="6333" y="819"/>
                  </a:cubicBezTo>
                  <a:close/>
                  <a:moveTo>
                    <a:pt x="6333" y="0"/>
                  </a:moveTo>
                  <a:cubicBezTo>
                    <a:pt x="2836" y="0"/>
                    <a:pt x="0" y="2835"/>
                    <a:pt x="0" y="6332"/>
                  </a:cubicBezTo>
                  <a:cubicBezTo>
                    <a:pt x="0" y="9830"/>
                    <a:pt x="2836" y="12665"/>
                    <a:pt x="6333" y="12665"/>
                  </a:cubicBezTo>
                  <a:cubicBezTo>
                    <a:pt x="9830" y="12665"/>
                    <a:pt x="12665" y="9830"/>
                    <a:pt x="12665" y="6332"/>
                  </a:cubicBezTo>
                  <a:cubicBezTo>
                    <a:pt x="12665" y="2835"/>
                    <a:pt x="9830" y="0"/>
                    <a:pt x="6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2" name="Google Shape;912;p55"/>
          <p:cNvGrpSpPr/>
          <p:nvPr/>
        </p:nvGrpSpPr>
        <p:grpSpPr>
          <a:xfrm>
            <a:off x="7057720" y="2554918"/>
            <a:ext cx="580442" cy="524514"/>
            <a:chOff x="-62518200" y="2692475"/>
            <a:chExt cx="318225" cy="289100"/>
          </a:xfrm>
        </p:grpSpPr>
        <p:sp>
          <p:nvSpPr>
            <p:cNvPr id="913" name="Google Shape;913;p55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55"/>
          <p:cNvGrpSpPr/>
          <p:nvPr/>
        </p:nvGrpSpPr>
        <p:grpSpPr>
          <a:xfrm>
            <a:off x="1599000" y="2554802"/>
            <a:ext cx="524499" cy="524498"/>
            <a:chOff x="-62150375" y="2664925"/>
            <a:chExt cx="316650" cy="318225"/>
          </a:xfrm>
        </p:grpSpPr>
        <p:sp>
          <p:nvSpPr>
            <p:cNvPr id="916" name="Google Shape;916;p55"/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5"/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5"/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5"/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0" name="Google Shape;920;p55"/>
          <p:cNvGrpSpPr/>
          <p:nvPr/>
        </p:nvGrpSpPr>
        <p:grpSpPr>
          <a:xfrm>
            <a:off x="878338" y="983704"/>
            <a:ext cx="913425" cy="370975"/>
            <a:chOff x="6514150" y="4420266"/>
            <a:chExt cx="913425" cy="370975"/>
          </a:xfrm>
        </p:grpSpPr>
        <p:sp>
          <p:nvSpPr>
            <p:cNvPr id="921" name="Google Shape;921;p55"/>
            <p:cNvSpPr/>
            <p:nvPr/>
          </p:nvSpPr>
          <p:spPr>
            <a:xfrm>
              <a:off x="6938875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55"/>
            <p:cNvSpPr/>
            <p:nvPr/>
          </p:nvSpPr>
          <p:spPr>
            <a:xfrm>
              <a:off x="6514150" y="4420266"/>
              <a:ext cx="488700" cy="370975"/>
            </a:xfrm>
            <a:custGeom>
              <a:avLst/>
              <a:gdLst/>
              <a:ahLst/>
              <a:cxnLst/>
              <a:rect l="l" t="t" r="r" b="b"/>
              <a:pathLst>
                <a:path w="19548" h="14839" extrusionOk="0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55"/>
          <p:cNvGrpSpPr/>
          <p:nvPr/>
        </p:nvGrpSpPr>
        <p:grpSpPr>
          <a:xfrm>
            <a:off x="2960919" y="2555055"/>
            <a:ext cx="524504" cy="524520"/>
            <a:chOff x="-63666550" y="2278975"/>
            <a:chExt cx="319800" cy="318625"/>
          </a:xfrm>
        </p:grpSpPr>
        <p:sp>
          <p:nvSpPr>
            <p:cNvPr id="924" name="Google Shape;924;p55"/>
            <p:cNvSpPr/>
            <p:nvPr/>
          </p:nvSpPr>
          <p:spPr>
            <a:xfrm>
              <a:off x="-63481450" y="2309700"/>
              <a:ext cx="62225" cy="146525"/>
            </a:xfrm>
            <a:custGeom>
              <a:avLst/>
              <a:gdLst/>
              <a:ahLst/>
              <a:cxnLst/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4"/>
                  </a:lnTo>
                  <a:cubicBezTo>
                    <a:pt x="347" y="883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8" y="3749"/>
                    <a:pt x="1638" y="3970"/>
                  </a:cubicBezTo>
                  <a:cubicBezTo>
                    <a:pt x="1607" y="4254"/>
                    <a:pt x="1418" y="4411"/>
                    <a:pt x="1197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60"/>
                    <a:pt x="410" y="3560"/>
                  </a:cubicBezTo>
                  <a:cubicBezTo>
                    <a:pt x="189" y="3560"/>
                    <a:pt x="0" y="3749"/>
                    <a:pt x="0" y="3970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197" y="5860"/>
                  </a:cubicBezTo>
                  <a:cubicBezTo>
                    <a:pt x="1449" y="5860"/>
                    <a:pt x="1638" y="5671"/>
                    <a:pt x="1638" y="5419"/>
                  </a:cubicBezTo>
                  <a:lnTo>
                    <a:pt x="1638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930"/>
                    <a:pt x="1481" y="2615"/>
                  </a:cubicBezTo>
                  <a:cubicBezTo>
                    <a:pt x="1166" y="2363"/>
                    <a:pt x="819" y="2143"/>
                    <a:pt x="819" y="1891"/>
                  </a:cubicBezTo>
                  <a:cubicBezTo>
                    <a:pt x="819" y="1670"/>
                    <a:pt x="1008" y="1450"/>
                    <a:pt x="1229" y="1450"/>
                  </a:cubicBezTo>
                  <a:cubicBezTo>
                    <a:pt x="1449" y="1450"/>
                    <a:pt x="1638" y="1670"/>
                    <a:pt x="1638" y="1891"/>
                  </a:cubicBezTo>
                  <a:cubicBezTo>
                    <a:pt x="1638" y="2111"/>
                    <a:pt x="1859" y="2332"/>
                    <a:pt x="2048" y="2332"/>
                  </a:cubicBezTo>
                  <a:cubicBezTo>
                    <a:pt x="2269" y="2332"/>
                    <a:pt x="2489" y="2111"/>
                    <a:pt x="2489" y="1891"/>
                  </a:cubicBezTo>
                  <a:cubicBezTo>
                    <a:pt x="2489" y="1324"/>
                    <a:pt x="2111" y="914"/>
                    <a:pt x="1638" y="694"/>
                  </a:cubicBezTo>
                  <a:lnTo>
                    <a:pt x="1638" y="441"/>
                  </a:lnTo>
                  <a:cubicBezTo>
                    <a:pt x="1638" y="189"/>
                    <a:pt x="1449" y="0"/>
                    <a:pt x="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5"/>
            <p:cNvSpPr/>
            <p:nvPr/>
          </p:nvSpPr>
          <p:spPr>
            <a:xfrm>
              <a:off x="-63666550" y="2278975"/>
              <a:ext cx="319800" cy="318625"/>
            </a:xfrm>
            <a:custGeom>
              <a:avLst/>
              <a:gdLst/>
              <a:ahLst/>
              <a:cxnLst/>
              <a:rect l="l" t="t" r="r" b="b"/>
              <a:pathLst>
                <a:path w="12792" h="12745" extrusionOk="0">
                  <a:moveTo>
                    <a:pt x="8601" y="914"/>
                  </a:moveTo>
                  <a:cubicBezTo>
                    <a:pt x="10429" y="914"/>
                    <a:pt x="11909" y="2427"/>
                    <a:pt x="11909" y="4222"/>
                  </a:cubicBezTo>
                  <a:cubicBezTo>
                    <a:pt x="11909" y="6050"/>
                    <a:pt x="10429" y="7530"/>
                    <a:pt x="8601" y="7530"/>
                  </a:cubicBezTo>
                  <a:cubicBezTo>
                    <a:pt x="7971" y="7530"/>
                    <a:pt x="7404" y="7373"/>
                    <a:pt x="6869" y="7026"/>
                  </a:cubicBezTo>
                  <a:lnTo>
                    <a:pt x="7089" y="6270"/>
                  </a:lnTo>
                  <a:cubicBezTo>
                    <a:pt x="7144" y="5997"/>
                    <a:pt x="6938" y="5748"/>
                    <a:pt x="6677" y="5748"/>
                  </a:cubicBezTo>
                  <a:cubicBezTo>
                    <a:pt x="6637" y="5748"/>
                    <a:pt x="6596" y="5754"/>
                    <a:pt x="6554" y="5766"/>
                  </a:cubicBezTo>
                  <a:lnTo>
                    <a:pt x="5829" y="5955"/>
                  </a:lnTo>
                  <a:cubicBezTo>
                    <a:pt x="5514" y="5451"/>
                    <a:pt x="5293" y="4852"/>
                    <a:pt x="5293" y="4222"/>
                  </a:cubicBezTo>
                  <a:cubicBezTo>
                    <a:pt x="5293" y="2364"/>
                    <a:pt x="6774" y="914"/>
                    <a:pt x="8601" y="914"/>
                  </a:cubicBezTo>
                  <a:close/>
                  <a:moveTo>
                    <a:pt x="6050" y="6711"/>
                  </a:moveTo>
                  <a:lnTo>
                    <a:pt x="5041" y="10303"/>
                  </a:lnTo>
                  <a:lnTo>
                    <a:pt x="4789" y="9421"/>
                  </a:lnTo>
                  <a:cubicBezTo>
                    <a:pt x="4749" y="9221"/>
                    <a:pt x="4571" y="9098"/>
                    <a:pt x="4389" y="9098"/>
                  </a:cubicBezTo>
                  <a:cubicBezTo>
                    <a:pt x="4284" y="9098"/>
                    <a:pt x="4177" y="9139"/>
                    <a:pt x="4096" y="9232"/>
                  </a:cubicBezTo>
                  <a:lnTo>
                    <a:pt x="1418" y="11910"/>
                  </a:lnTo>
                  <a:lnTo>
                    <a:pt x="820" y="11311"/>
                  </a:lnTo>
                  <a:lnTo>
                    <a:pt x="3529" y="8665"/>
                  </a:lnTo>
                  <a:cubicBezTo>
                    <a:pt x="3781" y="8444"/>
                    <a:pt x="3655" y="8034"/>
                    <a:pt x="3340" y="7971"/>
                  </a:cubicBezTo>
                  <a:lnTo>
                    <a:pt x="2458" y="7719"/>
                  </a:lnTo>
                  <a:lnTo>
                    <a:pt x="6050" y="6711"/>
                  </a:lnTo>
                  <a:close/>
                  <a:moveTo>
                    <a:pt x="8664" y="1"/>
                  </a:moveTo>
                  <a:cubicBezTo>
                    <a:pt x="6365" y="1"/>
                    <a:pt x="4506" y="1860"/>
                    <a:pt x="4506" y="4159"/>
                  </a:cubicBezTo>
                  <a:cubicBezTo>
                    <a:pt x="4506" y="4852"/>
                    <a:pt x="4663" y="5514"/>
                    <a:pt x="5041" y="6113"/>
                  </a:cubicBezTo>
                  <a:lnTo>
                    <a:pt x="820" y="7341"/>
                  </a:lnTo>
                  <a:cubicBezTo>
                    <a:pt x="631" y="7373"/>
                    <a:pt x="505" y="7562"/>
                    <a:pt x="505" y="7719"/>
                  </a:cubicBezTo>
                  <a:cubicBezTo>
                    <a:pt x="505" y="7940"/>
                    <a:pt x="631" y="8097"/>
                    <a:pt x="820" y="8129"/>
                  </a:cubicBezTo>
                  <a:lnTo>
                    <a:pt x="2458" y="8570"/>
                  </a:lnTo>
                  <a:lnTo>
                    <a:pt x="316" y="10712"/>
                  </a:lnTo>
                  <a:cubicBezTo>
                    <a:pt x="1" y="11027"/>
                    <a:pt x="1" y="11563"/>
                    <a:pt x="316" y="11910"/>
                  </a:cubicBezTo>
                  <a:lnTo>
                    <a:pt x="883" y="12508"/>
                  </a:lnTo>
                  <a:cubicBezTo>
                    <a:pt x="1040" y="12666"/>
                    <a:pt x="1253" y="12744"/>
                    <a:pt x="1469" y="12744"/>
                  </a:cubicBezTo>
                  <a:cubicBezTo>
                    <a:pt x="1686" y="12744"/>
                    <a:pt x="1907" y="12666"/>
                    <a:pt x="2080" y="12508"/>
                  </a:cubicBezTo>
                  <a:lnTo>
                    <a:pt x="4254" y="10334"/>
                  </a:lnTo>
                  <a:lnTo>
                    <a:pt x="4663" y="11973"/>
                  </a:lnTo>
                  <a:cubicBezTo>
                    <a:pt x="4727" y="12181"/>
                    <a:pt x="4906" y="12292"/>
                    <a:pt x="5078" y="12292"/>
                  </a:cubicBezTo>
                  <a:cubicBezTo>
                    <a:pt x="5244" y="12292"/>
                    <a:pt x="5405" y="12189"/>
                    <a:pt x="5451" y="11973"/>
                  </a:cubicBezTo>
                  <a:lnTo>
                    <a:pt x="6680" y="7782"/>
                  </a:lnTo>
                  <a:cubicBezTo>
                    <a:pt x="7278" y="8097"/>
                    <a:pt x="7940" y="8286"/>
                    <a:pt x="8664" y="8286"/>
                  </a:cubicBezTo>
                  <a:cubicBezTo>
                    <a:pt x="10933" y="8286"/>
                    <a:pt x="12792" y="6428"/>
                    <a:pt x="12792" y="4159"/>
                  </a:cubicBezTo>
                  <a:cubicBezTo>
                    <a:pt x="12792" y="1860"/>
                    <a:pt x="10933" y="1"/>
                    <a:pt x="86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55"/>
          <p:cNvGrpSpPr/>
          <p:nvPr/>
        </p:nvGrpSpPr>
        <p:grpSpPr>
          <a:xfrm>
            <a:off x="4308625" y="2554754"/>
            <a:ext cx="524500" cy="524489"/>
            <a:chOff x="6479471" y="2079003"/>
            <a:chExt cx="348923" cy="348706"/>
          </a:xfrm>
        </p:grpSpPr>
        <p:sp>
          <p:nvSpPr>
            <p:cNvPr id="927" name="Google Shape;927;p55"/>
            <p:cNvSpPr/>
            <p:nvPr/>
          </p:nvSpPr>
          <p:spPr>
            <a:xfrm>
              <a:off x="6479471" y="2200291"/>
              <a:ext cx="38170" cy="22566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89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55"/>
            <p:cNvGrpSpPr/>
            <p:nvPr/>
          </p:nvGrpSpPr>
          <p:grpSpPr>
            <a:xfrm>
              <a:off x="6520582" y="2079003"/>
              <a:ext cx="307811" cy="348706"/>
              <a:chOff x="-60218325" y="2304850"/>
              <a:chExt cx="279625" cy="316775"/>
            </a:xfrm>
          </p:grpSpPr>
          <p:sp>
            <p:nvSpPr>
              <p:cNvPr id="929" name="Google Shape;929;p55"/>
              <p:cNvSpPr/>
              <p:nvPr/>
            </p:nvSpPr>
            <p:spPr>
              <a:xfrm>
                <a:off x="-60218325" y="2304850"/>
                <a:ext cx="235525" cy="316775"/>
              </a:xfrm>
              <a:custGeom>
                <a:avLst/>
                <a:gdLst/>
                <a:ahLst/>
                <a:cxnLst/>
                <a:rect l="l" t="t" r="r" b="b"/>
                <a:pathLst>
                  <a:path w="9421" h="12671" extrusionOk="0">
                    <a:moveTo>
                      <a:pt x="4884" y="825"/>
                    </a:moveTo>
                    <a:cubicBezTo>
                      <a:pt x="6994" y="825"/>
                      <a:pt x="8633" y="2463"/>
                      <a:pt x="8633" y="4542"/>
                    </a:cubicBezTo>
                    <a:cubicBezTo>
                      <a:pt x="8570" y="6023"/>
                      <a:pt x="7688" y="7378"/>
                      <a:pt x="6364" y="7945"/>
                    </a:cubicBezTo>
                    <a:cubicBezTo>
                      <a:pt x="6207" y="8039"/>
                      <a:pt x="6112" y="8165"/>
                      <a:pt x="6112" y="8354"/>
                    </a:cubicBezTo>
                    <a:lnTo>
                      <a:pt x="6112" y="8543"/>
                    </a:lnTo>
                    <a:lnTo>
                      <a:pt x="3623" y="8543"/>
                    </a:lnTo>
                    <a:lnTo>
                      <a:pt x="3623" y="8354"/>
                    </a:lnTo>
                    <a:cubicBezTo>
                      <a:pt x="3623" y="8197"/>
                      <a:pt x="3560" y="8039"/>
                      <a:pt x="3403" y="7945"/>
                    </a:cubicBezTo>
                    <a:cubicBezTo>
                      <a:pt x="1828" y="7251"/>
                      <a:pt x="914" y="5582"/>
                      <a:pt x="1229" y="3880"/>
                    </a:cubicBezTo>
                    <a:cubicBezTo>
                      <a:pt x="1481" y="2431"/>
                      <a:pt x="2647" y="1203"/>
                      <a:pt x="4096" y="888"/>
                    </a:cubicBezTo>
                    <a:cubicBezTo>
                      <a:pt x="4379" y="856"/>
                      <a:pt x="4663" y="825"/>
                      <a:pt x="4884" y="825"/>
                    </a:cubicBezTo>
                    <a:close/>
                    <a:moveTo>
                      <a:pt x="6081" y="9362"/>
                    </a:moveTo>
                    <a:lnTo>
                      <a:pt x="6081" y="10213"/>
                    </a:lnTo>
                    <a:lnTo>
                      <a:pt x="3592" y="10213"/>
                    </a:lnTo>
                    <a:lnTo>
                      <a:pt x="3592" y="9362"/>
                    </a:lnTo>
                    <a:close/>
                    <a:moveTo>
                      <a:pt x="5986" y="11032"/>
                    </a:moveTo>
                    <a:cubicBezTo>
                      <a:pt x="5829" y="11505"/>
                      <a:pt x="5419" y="11851"/>
                      <a:pt x="4852" y="11851"/>
                    </a:cubicBezTo>
                    <a:cubicBezTo>
                      <a:pt x="4316" y="11851"/>
                      <a:pt x="3875" y="11505"/>
                      <a:pt x="3686" y="11032"/>
                    </a:cubicBezTo>
                    <a:close/>
                    <a:moveTo>
                      <a:pt x="4842" y="0"/>
                    </a:moveTo>
                    <a:cubicBezTo>
                      <a:pt x="4526" y="0"/>
                      <a:pt x="4202" y="32"/>
                      <a:pt x="3875" y="100"/>
                    </a:cubicBezTo>
                    <a:cubicBezTo>
                      <a:pt x="2111" y="509"/>
                      <a:pt x="693" y="1959"/>
                      <a:pt x="378" y="3723"/>
                    </a:cubicBezTo>
                    <a:cubicBezTo>
                      <a:pt x="0" y="5834"/>
                      <a:pt x="1071" y="7724"/>
                      <a:pt x="2773" y="8575"/>
                    </a:cubicBezTo>
                    <a:lnTo>
                      <a:pt x="2773" y="10591"/>
                    </a:lnTo>
                    <a:cubicBezTo>
                      <a:pt x="2773" y="11725"/>
                      <a:pt x="3718" y="12670"/>
                      <a:pt x="4852" y="12670"/>
                    </a:cubicBezTo>
                    <a:cubicBezTo>
                      <a:pt x="5986" y="12670"/>
                      <a:pt x="6963" y="11725"/>
                      <a:pt x="6963" y="10591"/>
                    </a:cubicBezTo>
                    <a:lnTo>
                      <a:pt x="6963" y="8575"/>
                    </a:lnTo>
                    <a:cubicBezTo>
                      <a:pt x="8444" y="7787"/>
                      <a:pt x="9420" y="6243"/>
                      <a:pt x="9420" y="4511"/>
                    </a:cubicBezTo>
                    <a:cubicBezTo>
                      <a:pt x="9392" y="1995"/>
                      <a:pt x="7331" y="0"/>
                      <a:pt x="4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55"/>
              <p:cNvSpPr/>
              <p:nvPr/>
            </p:nvSpPr>
            <p:spPr>
              <a:xfrm>
                <a:off x="-60127750" y="2347500"/>
                <a:ext cx="62250" cy="1457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830" extrusionOk="0">
                    <a:moveTo>
                      <a:pt x="1229" y="1"/>
                    </a:moveTo>
                    <a:cubicBezTo>
                      <a:pt x="1009" y="1"/>
                      <a:pt x="851" y="190"/>
                      <a:pt x="851" y="379"/>
                    </a:cubicBezTo>
                    <a:lnTo>
                      <a:pt x="851" y="662"/>
                    </a:lnTo>
                    <a:cubicBezTo>
                      <a:pt x="378" y="820"/>
                      <a:pt x="0" y="1292"/>
                      <a:pt x="0" y="1828"/>
                    </a:cubicBezTo>
                    <a:cubicBezTo>
                      <a:pt x="0" y="2521"/>
                      <a:pt x="567" y="2899"/>
                      <a:pt x="1009" y="3214"/>
                    </a:cubicBezTo>
                    <a:cubicBezTo>
                      <a:pt x="1324" y="3466"/>
                      <a:pt x="1670" y="3687"/>
                      <a:pt x="1670" y="3939"/>
                    </a:cubicBezTo>
                    <a:cubicBezTo>
                      <a:pt x="1670" y="4159"/>
                      <a:pt x="1481" y="4348"/>
                      <a:pt x="1229" y="4348"/>
                    </a:cubicBezTo>
                    <a:cubicBezTo>
                      <a:pt x="1009" y="4348"/>
                      <a:pt x="851" y="4159"/>
                      <a:pt x="851" y="3939"/>
                    </a:cubicBezTo>
                    <a:cubicBezTo>
                      <a:pt x="851" y="3687"/>
                      <a:pt x="630" y="3498"/>
                      <a:pt x="441" y="3498"/>
                    </a:cubicBezTo>
                    <a:cubicBezTo>
                      <a:pt x="221" y="3498"/>
                      <a:pt x="0" y="3687"/>
                      <a:pt x="0" y="3939"/>
                    </a:cubicBezTo>
                    <a:cubicBezTo>
                      <a:pt x="0" y="4474"/>
                      <a:pt x="378" y="4915"/>
                      <a:pt x="851" y="5104"/>
                    </a:cubicBezTo>
                    <a:lnTo>
                      <a:pt x="851" y="5388"/>
                    </a:lnTo>
                    <a:cubicBezTo>
                      <a:pt x="851" y="5608"/>
                      <a:pt x="1040" y="5829"/>
                      <a:pt x="1229" y="5829"/>
                    </a:cubicBezTo>
                    <a:cubicBezTo>
                      <a:pt x="1481" y="5829"/>
                      <a:pt x="1670" y="5608"/>
                      <a:pt x="1670" y="5388"/>
                    </a:cubicBezTo>
                    <a:lnTo>
                      <a:pt x="1670" y="5104"/>
                    </a:lnTo>
                    <a:cubicBezTo>
                      <a:pt x="2143" y="4947"/>
                      <a:pt x="2489" y="4474"/>
                      <a:pt x="2489" y="3939"/>
                    </a:cubicBezTo>
                    <a:cubicBezTo>
                      <a:pt x="2489" y="3246"/>
                      <a:pt x="1954" y="2868"/>
                      <a:pt x="1513" y="2553"/>
                    </a:cubicBezTo>
                    <a:cubicBezTo>
                      <a:pt x="1198" y="2300"/>
                      <a:pt x="851" y="2080"/>
                      <a:pt x="851" y="1828"/>
                    </a:cubicBezTo>
                    <a:cubicBezTo>
                      <a:pt x="788" y="1607"/>
                      <a:pt x="1009" y="1418"/>
                      <a:pt x="1229" y="1418"/>
                    </a:cubicBezTo>
                    <a:cubicBezTo>
                      <a:pt x="1481" y="1418"/>
                      <a:pt x="1670" y="1607"/>
                      <a:pt x="1670" y="1828"/>
                    </a:cubicBezTo>
                    <a:cubicBezTo>
                      <a:pt x="1670" y="2080"/>
                      <a:pt x="1859" y="2269"/>
                      <a:pt x="2048" y="2269"/>
                    </a:cubicBezTo>
                    <a:cubicBezTo>
                      <a:pt x="2300" y="2269"/>
                      <a:pt x="2489" y="2080"/>
                      <a:pt x="2489" y="1828"/>
                    </a:cubicBezTo>
                    <a:cubicBezTo>
                      <a:pt x="2489" y="1292"/>
                      <a:pt x="2143" y="851"/>
                      <a:pt x="1670" y="662"/>
                    </a:cubicBezTo>
                    <a:lnTo>
                      <a:pt x="1670" y="379"/>
                    </a:lnTo>
                    <a:cubicBezTo>
                      <a:pt x="1670" y="158"/>
                      <a:pt x="1481" y="1"/>
                      <a:pt x="1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55"/>
              <p:cNvSpPr/>
              <p:nvPr/>
            </p:nvSpPr>
            <p:spPr>
              <a:xfrm>
                <a:off x="-60212825" y="2510750"/>
                <a:ext cx="32325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3" extrusionOk="0">
                    <a:moveTo>
                      <a:pt x="836" y="0"/>
                    </a:moveTo>
                    <a:cubicBezTo>
                      <a:pt x="725" y="0"/>
                      <a:pt x="615" y="39"/>
                      <a:pt x="536" y="118"/>
                    </a:cubicBezTo>
                    <a:lnTo>
                      <a:pt x="158" y="496"/>
                    </a:lnTo>
                    <a:cubicBezTo>
                      <a:pt x="1" y="654"/>
                      <a:pt x="1" y="906"/>
                      <a:pt x="158" y="1095"/>
                    </a:cubicBezTo>
                    <a:cubicBezTo>
                      <a:pt x="237" y="1174"/>
                      <a:pt x="340" y="1213"/>
                      <a:pt x="442" y="1213"/>
                    </a:cubicBezTo>
                    <a:cubicBezTo>
                      <a:pt x="544" y="1213"/>
                      <a:pt x="647" y="1174"/>
                      <a:pt x="725" y="1095"/>
                    </a:cubicBezTo>
                    <a:lnTo>
                      <a:pt x="1135" y="717"/>
                    </a:lnTo>
                    <a:cubicBezTo>
                      <a:pt x="1293" y="559"/>
                      <a:pt x="1293" y="276"/>
                      <a:pt x="1135" y="118"/>
                    </a:cubicBezTo>
                    <a:cubicBezTo>
                      <a:pt x="1056" y="39"/>
                      <a:pt x="946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55"/>
              <p:cNvSpPr/>
              <p:nvPr/>
            </p:nvSpPr>
            <p:spPr>
              <a:xfrm>
                <a:off x="-60012750" y="2310675"/>
                <a:ext cx="32300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4" extrusionOk="0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528"/>
                    </a:lnTo>
                    <a:cubicBezTo>
                      <a:pt x="0" y="686"/>
                      <a:pt x="0" y="938"/>
                      <a:pt x="126" y="1096"/>
                    </a:cubicBezTo>
                    <a:cubicBezTo>
                      <a:pt x="205" y="1174"/>
                      <a:pt x="315" y="1214"/>
                      <a:pt x="425" y="1214"/>
                    </a:cubicBezTo>
                    <a:cubicBezTo>
                      <a:pt x="536" y="1214"/>
                      <a:pt x="646" y="1174"/>
                      <a:pt x="725" y="1096"/>
                    </a:cubicBezTo>
                    <a:lnTo>
                      <a:pt x="1134" y="718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55"/>
              <p:cNvSpPr/>
              <p:nvPr/>
            </p:nvSpPr>
            <p:spPr>
              <a:xfrm>
                <a:off x="-60012750" y="2510750"/>
                <a:ext cx="32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3" extrusionOk="0">
                    <a:moveTo>
                      <a:pt x="425" y="0"/>
                    </a:moveTo>
                    <a:cubicBezTo>
                      <a:pt x="315" y="0"/>
                      <a:pt x="205" y="39"/>
                      <a:pt x="126" y="118"/>
                    </a:cubicBezTo>
                    <a:cubicBezTo>
                      <a:pt x="0" y="276"/>
                      <a:pt x="0" y="559"/>
                      <a:pt x="126" y="717"/>
                    </a:cubicBezTo>
                    <a:lnTo>
                      <a:pt x="536" y="1095"/>
                    </a:lnTo>
                    <a:cubicBezTo>
                      <a:pt x="614" y="1174"/>
                      <a:pt x="725" y="1213"/>
                      <a:pt x="835" y="1213"/>
                    </a:cubicBezTo>
                    <a:cubicBezTo>
                      <a:pt x="945" y="1213"/>
                      <a:pt x="1056" y="1174"/>
                      <a:pt x="1134" y="1095"/>
                    </a:cubicBezTo>
                    <a:cubicBezTo>
                      <a:pt x="1292" y="937"/>
                      <a:pt x="1292" y="654"/>
                      <a:pt x="1134" y="496"/>
                    </a:cubicBezTo>
                    <a:lnTo>
                      <a:pt x="725" y="118"/>
                    </a:lnTo>
                    <a:cubicBezTo>
                      <a:pt x="646" y="39"/>
                      <a:pt x="536" y="0"/>
                      <a:pt x="4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55"/>
              <p:cNvSpPr/>
              <p:nvPr/>
            </p:nvSpPr>
            <p:spPr>
              <a:xfrm>
                <a:off x="-60212825" y="2310675"/>
                <a:ext cx="32325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4" extrusionOk="0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8"/>
                    </a:cubicBezTo>
                    <a:lnTo>
                      <a:pt x="536" y="1096"/>
                    </a:lnTo>
                    <a:cubicBezTo>
                      <a:pt x="615" y="1174"/>
                      <a:pt x="725" y="1214"/>
                      <a:pt x="836" y="1214"/>
                    </a:cubicBezTo>
                    <a:cubicBezTo>
                      <a:pt x="946" y="1214"/>
                      <a:pt x="1056" y="1174"/>
                      <a:pt x="1135" y="1096"/>
                    </a:cubicBezTo>
                    <a:cubicBezTo>
                      <a:pt x="1293" y="938"/>
                      <a:pt x="1293" y="686"/>
                      <a:pt x="1135" y="528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55"/>
              <p:cNvSpPr/>
              <p:nvPr/>
            </p:nvSpPr>
            <p:spPr>
              <a:xfrm>
                <a:off x="-59974175" y="2415250"/>
                <a:ext cx="3547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89"/>
                      <a:pt x="1230" y="0"/>
                      <a:pt x="10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6" name="Google Shape;936;p55"/>
          <p:cNvGrpSpPr/>
          <p:nvPr/>
        </p:nvGrpSpPr>
        <p:grpSpPr>
          <a:xfrm>
            <a:off x="1687207" y="3240745"/>
            <a:ext cx="5774762" cy="219600"/>
            <a:chOff x="1687207" y="3240745"/>
            <a:chExt cx="5774762" cy="219600"/>
          </a:xfrm>
        </p:grpSpPr>
        <p:sp>
          <p:nvSpPr>
            <p:cNvPr id="937" name="Google Shape;937;p55"/>
            <p:cNvSpPr/>
            <p:nvPr/>
          </p:nvSpPr>
          <p:spPr>
            <a:xfrm>
              <a:off x="1687207" y="3240745"/>
              <a:ext cx="215400" cy="2196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5"/>
            <p:cNvSpPr/>
            <p:nvPr/>
          </p:nvSpPr>
          <p:spPr>
            <a:xfrm>
              <a:off x="4466678" y="3240745"/>
              <a:ext cx="215400" cy="2196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5"/>
            <p:cNvSpPr/>
            <p:nvPr/>
          </p:nvSpPr>
          <p:spPr>
            <a:xfrm>
              <a:off x="7246569" y="3240745"/>
              <a:ext cx="215400" cy="2196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5"/>
            <p:cNvSpPr/>
            <p:nvPr/>
          </p:nvSpPr>
          <p:spPr>
            <a:xfrm>
              <a:off x="3076880" y="3240745"/>
              <a:ext cx="215400" cy="2196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5"/>
            <p:cNvSpPr/>
            <p:nvPr/>
          </p:nvSpPr>
          <p:spPr>
            <a:xfrm>
              <a:off x="5856624" y="3240745"/>
              <a:ext cx="215400" cy="219600"/>
            </a:xfrm>
            <a:prstGeom prst="diamond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42" name="Google Shape;942;p55"/>
            <p:cNvCxnSpPr/>
            <p:nvPr/>
          </p:nvCxnSpPr>
          <p:spPr>
            <a:xfrm>
              <a:off x="2011233" y="3350516"/>
              <a:ext cx="957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55"/>
            <p:cNvCxnSpPr/>
            <p:nvPr/>
          </p:nvCxnSpPr>
          <p:spPr>
            <a:xfrm>
              <a:off x="3400906" y="3350516"/>
              <a:ext cx="957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4" name="Google Shape;944;p55"/>
            <p:cNvCxnSpPr/>
            <p:nvPr/>
          </p:nvCxnSpPr>
          <p:spPr>
            <a:xfrm>
              <a:off x="4790851" y="3350516"/>
              <a:ext cx="957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55"/>
            <p:cNvCxnSpPr/>
            <p:nvPr/>
          </p:nvCxnSpPr>
          <p:spPr>
            <a:xfrm>
              <a:off x="6180796" y="3350516"/>
              <a:ext cx="957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6" name="Google Shape;946;p55"/>
          <p:cNvSpPr/>
          <p:nvPr/>
        </p:nvSpPr>
        <p:spPr>
          <a:xfrm>
            <a:off x="1460258" y="273349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55"/>
          <p:cNvSpPr/>
          <p:nvPr/>
        </p:nvSpPr>
        <p:spPr>
          <a:xfrm>
            <a:off x="2889148" y="272887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55"/>
          <p:cNvSpPr/>
          <p:nvPr/>
        </p:nvSpPr>
        <p:spPr>
          <a:xfrm>
            <a:off x="4348604" y="2448523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55"/>
          <p:cNvSpPr/>
          <p:nvPr/>
        </p:nvSpPr>
        <p:spPr>
          <a:xfrm>
            <a:off x="5780254" y="244674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55"/>
          <p:cNvSpPr/>
          <p:nvPr/>
        </p:nvSpPr>
        <p:spPr>
          <a:xfrm>
            <a:off x="7246689" y="2688464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55"/>
          <p:cNvSpPr txBox="1"/>
          <p:nvPr/>
        </p:nvSpPr>
        <p:spPr>
          <a:xfrm>
            <a:off x="762108" y="3956817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Baza numerelor de inmatriculare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3" name="Google Shape;953;p55"/>
          <p:cNvSpPr txBox="1"/>
          <p:nvPr/>
        </p:nvSpPr>
        <p:spPr>
          <a:xfrm>
            <a:off x="2180759" y="1445700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Camere video</a:t>
            </a:r>
            <a:endParaRPr sz="2500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54" name="Google Shape;954;p55"/>
          <p:cNvSpPr txBox="1"/>
          <p:nvPr/>
        </p:nvSpPr>
        <p:spPr>
          <a:xfrm>
            <a:off x="2180759" y="1803250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Poza cu numerele de inmatriculare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5" name="Google Shape;955;p55"/>
          <p:cNvSpPr txBox="1"/>
          <p:nvPr/>
        </p:nvSpPr>
        <p:spPr>
          <a:xfrm>
            <a:off x="3563821" y="3641442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Baze de date</a:t>
            </a:r>
            <a:endParaRPr sz="2500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56" name="Google Shape;956;p55"/>
          <p:cNvSpPr txBox="1"/>
          <p:nvPr/>
        </p:nvSpPr>
        <p:spPr>
          <a:xfrm>
            <a:off x="3563821" y="3956817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Baza judetelor cu ,,scorul” fiecaruia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57" name="Google Shape;957;p55"/>
          <p:cNvSpPr txBox="1"/>
          <p:nvPr/>
        </p:nvSpPr>
        <p:spPr>
          <a:xfrm>
            <a:off x="4954610" y="1446713"/>
            <a:ext cx="2016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Locatie </a:t>
            </a:r>
            <a:endParaRPr sz="2500" dirty="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58" name="Google Shape;958;p55"/>
          <p:cNvSpPr txBox="1"/>
          <p:nvPr/>
        </p:nvSpPr>
        <p:spPr>
          <a:xfrm>
            <a:off x="4954610" y="1762088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Pozitia masinii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60" name="Google Shape;960;p55"/>
          <p:cNvSpPr txBox="1"/>
          <p:nvPr/>
        </p:nvSpPr>
        <p:spPr>
          <a:xfrm>
            <a:off x="6348522" y="3956817"/>
            <a:ext cx="20169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Baza de date cu istoricul soferilor</a:t>
            </a:r>
            <a:endParaRPr dirty="0">
              <a:solidFill>
                <a:schemeClr val="accent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A57F-C094-7182-4B0A-5A92AEB4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E0836-EA55-61DF-89BB-85E7DD9DF7C6}"/>
              </a:ext>
            </a:extLst>
          </p:cNvPr>
          <p:cNvSpPr txBox="1"/>
          <p:nvPr/>
        </p:nvSpPr>
        <p:spPr>
          <a:xfrm>
            <a:off x="1412488" y="1754459"/>
            <a:ext cx="6393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numere</a:t>
            </a:r>
            <a:r>
              <a:rPr lang="en-US" dirty="0"/>
              <a:t> de </a:t>
            </a:r>
            <a:r>
              <a:rPr lang="en-US" dirty="0" err="1"/>
              <a:t>inmatriculare</a:t>
            </a:r>
            <a:r>
              <a:rPr lang="en-US" dirty="0"/>
              <a:t>, </a:t>
            </a:r>
            <a:r>
              <a:rPr lang="en-US" dirty="0" err="1"/>
              <a:t>softul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 de </a:t>
            </a:r>
            <a:r>
              <a:rPr lang="en-US" dirty="0" err="1"/>
              <a:t>inmatricule</a:t>
            </a:r>
            <a:r>
              <a:rPr lang="en-US" dirty="0"/>
              <a:t> din Romania de format classic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anume</a:t>
            </a:r>
            <a:r>
              <a:rPr lang="en-US" dirty="0"/>
              <a:t>:</a:t>
            </a:r>
          </a:p>
          <a:p>
            <a:r>
              <a:rPr lang="en-US" dirty="0"/>
              <a:t>-prima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reprezentand</a:t>
            </a:r>
            <a:r>
              <a:rPr lang="en-US" dirty="0"/>
              <a:t> </a:t>
            </a:r>
            <a:r>
              <a:rPr lang="en-US" dirty="0" err="1"/>
              <a:t>judetul</a:t>
            </a:r>
            <a:r>
              <a:rPr lang="en-US" dirty="0"/>
              <a:t> (B, TR, GR, IF etc.)</a:t>
            </a:r>
          </a:p>
          <a:p>
            <a:r>
              <a:rPr lang="en-US" dirty="0"/>
              <a:t>-a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reprezentand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cifre</a:t>
            </a:r>
            <a:r>
              <a:rPr lang="en-US" dirty="0"/>
              <a:t> </a:t>
            </a:r>
            <a:r>
              <a:rPr lang="en-US" dirty="0" err="1"/>
              <a:t>aleatorii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preferential </a:t>
            </a:r>
            <a:r>
              <a:rPr lang="en-US" dirty="0" err="1"/>
              <a:t>alese</a:t>
            </a:r>
            <a:r>
              <a:rPr lang="en-US" dirty="0"/>
              <a:t> de </a:t>
            </a:r>
            <a:r>
              <a:rPr lang="en-US" dirty="0" err="1"/>
              <a:t>soferi</a:t>
            </a:r>
            <a:r>
              <a:rPr lang="en-US" dirty="0"/>
              <a:t> ( la </a:t>
            </a:r>
            <a:r>
              <a:rPr lang="en-US" dirty="0" err="1"/>
              <a:t>judetele</a:t>
            </a:r>
            <a:r>
              <a:rPr lang="en-US" dirty="0"/>
              <a:t>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de o </a:t>
            </a:r>
            <a:r>
              <a:rPr lang="en-US" dirty="0" err="1"/>
              <a:t>litera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acceptat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format cu 2 </a:t>
            </a:r>
            <a:r>
              <a:rPr lang="en-US" dirty="0" err="1"/>
              <a:t>cifre</a:t>
            </a:r>
            <a:r>
              <a:rPr lang="en-US" dirty="0"/>
              <a:t>)</a:t>
            </a:r>
          </a:p>
          <a:p>
            <a:r>
              <a:rPr lang="en-US" dirty="0"/>
              <a:t>-ultima </a:t>
            </a:r>
            <a:r>
              <a:rPr lang="en-US" dirty="0" err="1"/>
              <a:t>parte</a:t>
            </a:r>
            <a:r>
              <a:rPr lang="en-US" dirty="0"/>
              <a:t> e </a:t>
            </a:r>
            <a:r>
              <a:rPr lang="en-US" dirty="0" err="1"/>
              <a:t>constituita</a:t>
            </a:r>
            <a:r>
              <a:rPr lang="en-US" dirty="0"/>
              <a:t> din 3 </a:t>
            </a:r>
            <a:r>
              <a:rPr lang="en-US" dirty="0" err="1"/>
              <a:t>litere</a:t>
            </a:r>
            <a:r>
              <a:rPr lang="en-US" dirty="0"/>
              <a:t> </a:t>
            </a:r>
            <a:r>
              <a:rPr lang="en-US" dirty="0" err="1"/>
              <a:t>aleatorii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alese</a:t>
            </a:r>
            <a:r>
              <a:rPr lang="en-US" dirty="0"/>
              <a:t> de </a:t>
            </a:r>
            <a:r>
              <a:rPr lang="en-US" dirty="0" err="1"/>
              <a:t>sofer</a:t>
            </a:r>
            <a:r>
              <a:rPr lang="en-US" dirty="0"/>
              <a:t>, </a:t>
            </a:r>
            <a:r>
              <a:rPr lang="en-US" dirty="0" err="1"/>
              <a:t>aplicandu</a:t>
            </a:r>
            <a:r>
              <a:rPr lang="en-US" dirty="0"/>
              <a:t>-se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constrangeri</a:t>
            </a:r>
            <a:r>
              <a:rPr lang="en-US" dirty="0"/>
              <a:t> (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litera</a:t>
            </a:r>
            <a:r>
              <a:rPr lang="en-US" dirty="0"/>
              <a:t> q la </a:t>
            </a:r>
            <a:r>
              <a:rPr lang="en-US" dirty="0" err="1"/>
              <a:t>inceput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obscene).</a:t>
            </a:r>
          </a:p>
          <a:p>
            <a:r>
              <a:rPr lang="en-US" dirty="0" err="1"/>
              <a:t>Numerele</a:t>
            </a:r>
            <a:r>
              <a:rPr lang="en-US" dirty="0"/>
              <a:t> auto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generate cu AI, </a:t>
            </a:r>
            <a:r>
              <a:rPr lang="en-US" dirty="0" err="1"/>
              <a:t>neavand</a:t>
            </a:r>
            <a:r>
              <a:rPr lang="en-US" dirty="0"/>
              <a:t> access la o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precisa</a:t>
            </a:r>
            <a:r>
              <a:rPr lang="en-US" dirty="0"/>
              <a:t>.</a:t>
            </a:r>
          </a:p>
        </p:txBody>
      </p:sp>
      <p:pic>
        <p:nvPicPr>
          <p:cNvPr id="1026" name="Picture 2" descr="Numerele de înmatriculare auto în România - Wikipedia">
            <a:extLst>
              <a:ext uri="{FF2B5EF4-FFF2-40B4-BE49-F238E27FC236}">
                <a16:creationId xmlns:a16="http://schemas.microsoft.com/office/drawing/2014/main" id="{5ACE73F1-9CB6-48CD-97A2-2ADAC4ECD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674" y="3823474"/>
            <a:ext cx="462915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166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6"/>
          <p:cNvSpPr txBox="1">
            <a:spLocks noGrp="1"/>
          </p:cNvSpPr>
          <p:nvPr>
            <p:ph type="title"/>
          </p:nvPr>
        </p:nvSpPr>
        <p:spPr>
          <a:xfrm>
            <a:off x="3099988" y="1053250"/>
            <a:ext cx="2785308" cy="4128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Date de iesire</a:t>
            </a:r>
            <a:endParaRPr sz="3600" dirty="0"/>
          </a:p>
        </p:txBody>
      </p:sp>
      <p:grpSp>
        <p:nvGrpSpPr>
          <p:cNvPr id="966" name="Google Shape;966;p56"/>
          <p:cNvGrpSpPr/>
          <p:nvPr/>
        </p:nvGrpSpPr>
        <p:grpSpPr>
          <a:xfrm rot="-5400000">
            <a:off x="6884289" y="1494857"/>
            <a:ext cx="772605" cy="196301"/>
            <a:chOff x="2641350" y="846250"/>
            <a:chExt cx="413600" cy="105075"/>
          </a:xfrm>
        </p:grpSpPr>
        <p:sp>
          <p:nvSpPr>
            <p:cNvPr id="967" name="Google Shape;967;p56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6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6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56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1" name="Google Shape;971;p56"/>
          <p:cNvGrpSpPr/>
          <p:nvPr/>
        </p:nvGrpSpPr>
        <p:grpSpPr>
          <a:xfrm>
            <a:off x="241063" y="3577054"/>
            <a:ext cx="3397850" cy="187275"/>
            <a:chOff x="-3237675" y="-1132050"/>
            <a:chExt cx="3397850" cy="187275"/>
          </a:xfrm>
        </p:grpSpPr>
        <p:sp>
          <p:nvSpPr>
            <p:cNvPr id="972" name="Google Shape;972;p56"/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56"/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56"/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6"/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56"/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56"/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56"/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6"/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6"/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5BE03E-3003-FFFB-5257-905687769017}"/>
              </a:ext>
            </a:extLst>
          </p:cNvPr>
          <p:cNvSpPr txBox="1"/>
          <p:nvPr/>
        </p:nvSpPr>
        <p:spPr>
          <a:xfrm>
            <a:off x="1939738" y="1919557"/>
            <a:ext cx="29209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 date de </a:t>
            </a:r>
            <a:r>
              <a:rPr lang="en-US" dirty="0" err="1"/>
              <a:t>iesire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:</a:t>
            </a:r>
          </a:p>
          <a:p>
            <a:r>
              <a:rPr lang="en-US" dirty="0"/>
              <a:t>-</a:t>
            </a:r>
            <a:r>
              <a:rPr lang="en-US" dirty="0" err="1"/>
              <a:t>semnalele</a:t>
            </a:r>
            <a:r>
              <a:rPr lang="en-US" dirty="0"/>
              <a:t> de </a:t>
            </a:r>
            <a:r>
              <a:rPr lang="en-US" dirty="0" err="1"/>
              <a:t>alarma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riscul</a:t>
            </a:r>
            <a:r>
              <a:rPr lang="en-US" dirty="0"/>
              <a:t> ca un accident </a:t>
            </a:r>
            <a:r>
              <a:rPr lang="en-US" dirty="0" err="1"/>
              <a:t>sa</a:t>
            </a:r>
            <a:r>
              <a:rPr lang="en-US" dirty="0"/>
              <a:t> se realize</a:t>
            </a:r>
          </a:p>
        </p:txBody>
      </p:sp>
      <p:sp>
        <p:nvSpPr>
          <p:cNvPr id="3" name="Google Shape;965;p56">
            <a:extLst>
              <a:ext uri="{FF2B5EF4-FFF2-40B4-BE49-F238E27FC236}">
                <a16:creationId xmlns:a16="http://schemas.microsoft.com/office/drawing/2014/main" id="{8FC1BC3E-8A48-7158-B615-6E16D72EE68F}"/>
              </a:ext>
            </a:extLst>
          </p:cNvPr>
          <p:cNvSpPr txBox="1">
            <a:spLocks/>
          </p:cNvSpPr>
          <p:nvPr/>
        </p:nvSpPr>
        <p:spPr>
          <a:xfrm>
            <a:off x="3099988" y="2828249"/>
            <a:ext cx="2785308" cy="41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7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Bebas Neue"/>
              <a:buNone/>
              <a:defRPr sz="60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600" dirty="0" err="1"/>
              <a:t>Utilizatori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B0859-D9D9-0487-8A63-9806EE833B1E}"/>
              </a:ext>
            </a:extLst>
          </p:cNvPr>
          <p:cNvSpPr txBox="1"/>
          <p:nvPr/>
        </p:nvSpPr>
        <p:spPr>
          <a:xfrm>
            <a:off x="2004963" y="3412273"/>
            <a:ext cx="485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Momentan</a:t>
            </a:r>
            <a:r>
              <a:rPr lang="en-US" dirty="0"/>
              <a:t> </a:t>
            </a:r>
            <a:r>
              <a:rPr lang="en-US" dirty="0" err="1"/>
              <a:t>principalii</a:t>
            </a:r>
            <a:r>
              <a:rPr lang="en-US" dirty="0"/>
              <a:t> </a:t>
            </a:r>
            <a:r>
              <a:rPr lang="en-US" dirty="0" err="1"/>
              <a:t>utilizatori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tip </a:t>
            </a:r>
            <a:r>
              <a:rPr lang="en-US" dirty="0" err="1"/>
              <a:t>uman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pe </a:t>
            </a:r>
            <a:r>
              <a:rPr lang="en-US" dirty="0" err="1"/>
              <a:t>viitor</a:t>
            </a:r>
            <a:r>
              <a:rPr lang="en-US" dirty="0"/>
              <a:t> ,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extinde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masinilie</a:t>
            </a:r>
            <a:r>
              <a:rPr lang="en-US" dirty="0"/>
              <a:t> </a:t>
            </a:r>
            <a:r>
              <a:rPr lang="en-US" dirty="0" err="1"/>
              <a:t>autonome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F642-0A5B-3653-1097-074666A0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59DD-E638-F791-2AC6-2C88C40F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Iesire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E07B6-00A5-5CAD-EF84-6C5D4AF6D994}"/>
              </a:ext>
            </a:extLst>
          </p:cNvPr>
          <p:cNvSpPr txBox="1"/>
          <p:nvPr/>
        </p:nvSpPr>
        <p:spPr>
          <a:xfrm>
            <a:off x="1100254" y="1471961"/>
            <a:ext cx="63933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 </a:t>
            </a:r>
            <a:r>
              <a:rPr lang="en-US" dirty="0" err="1"/>
              <a:t>si</a:t>
            </a:r>
            <a:r>
              <a:rPr lang="en-US" dirty="0"/>
              <a:t> date de </a:t>
            </a:r>
            <a:r>
              <a:rPr lang="en-US" dirty="0" err="1"/>
              <a:t>iesire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o </a:t>
            </a:r>
            <a:r>
              <a:rPr lang="en-US" dirty="0" err="1"/>
              <a:t>sonerie</a:t>
            </a:r>
            <a:r>
              <a:rPr lang="en-US" dirty="0"/>
              <a:t> care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pericol</a:t>
            </a:r>
            <a:r>
              <a:rPr lang="en-US" dirty="0"/>
              <a:t> in care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aflii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reproduce </a:t>
            </a:r>
            <a:r>
              <a:rPr lang="en-US" dirty="0" err="1"/>
              <a:t>doar</a:t>
            </a:r>
            <a:r>
              <a:rPr lang="en-US" dirty="0"/>
              <a:t> un </a:t>
            </a:r>
            <a:r>
              <a:rPr lang="en-US" dirty="0" err="1"/>
              <a:t>sunet</a:t>
            </a:r>
            <a:r>
              <a:rPr lang="en-US" dirty="0"/>
              <a:t> de </a:t>
            </a:r>
            <a:r>
              <a:rPr lang="en-US" dirty="0" err="1"/>
              <a:t>informare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gradul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ridicat</a:t>
            </a:r>
            <a:r>
              <a:rPr lang="en-US" dirty="0"/>
              <a:t>, un </a:t>
            </a:r>
            <a:r>
              <a:rPr lang="en-US" dirty="0" err="1"/>
              <a:t>sunet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semnaleze</a:t>
            </a:r>
            <a:r>
              <a:rPr lang="en-US" dirty="0"/>
              <a:t> </a:t>
            </a:r>
            <a:r>
              <a:rPr lang="en-US" dirty="0" err="1"/>
              <a:t>soferului</a:t>
            </a:r>
            <a:r>
              <a:rPr lang="en-US" dirty="0"/>
              <a:t> </a:t>
            </a:r>
            <a:r>
              <a:rPr lang="en-US" dirty="0" err="1"/>
              <a:t>situatia</a:t>
            </a:r>
            <a:r>
              <a:rPr lang="en-US" dirty="0"/>
              <a:t> in care </a:t>
            </a:r>
            <a:r>
              <a:rPr lang="en-US" dirty="0" err="1"/>
              <a:t>acesta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.</a:t>
            </a:r>
          </a:p>
          <a:p>
            <a:r>
              <a:rPr lang="en-US" dirty="0"/>
              <a:t>Tot ca data de </a:t>
            </a:r>
            <a:r>
              <a:rPr lang="en-US" dirty="0" err="1"/>
              <a:t>iesire</a:t>
            </a:r>
            <a:r>
              <a:rPr lang="en-US" dirty="0"/>
              <a:t> ne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un mic display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telefonul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navigatie</a:t>
            </a:r>
            <a:r>
              <a:rPr lang="en-US" dirty="0"/>
              <a:t> al </a:t>
            </a:r>
            <a:r>
              <a:rPr lang="en-US" dirty="0" err="1"/>
              <a:t>masinii</a:t>
            </a:r>
            <a:r>
              <a:rPr lang="en-US" dirty="0"/>
              <a:t> pe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apara</a:t>
            </a:r>
            <a:r>
              <a:rPr lang="en-US" dirty="0"/>
              <a:t> ,, </a:t>
            </a:r>
            <a:r>
              <a:rPr lang="en-US" dirty="0" err="1"/>
              <a:t>scorul</a:t>
            </a:r>
            <a:r>
              <a:rPr lang="en-US" dirty="0"/>
              <a:t> “ </a:t>
            </a:r>
            <a:r>
              <a:rPr lang="en-US" dirty="0" err="1"/>
              <a:t>judetului</a:t>
            </a:r>
            <a:r>
              <a:rPr lang="en-US" dirty="0"/>
              <a:t> </a:t>
            </a:r>
            <a:r>
              <a:rPr lang="en-US" dirty="0" err="1"/>
              <a:t>masinii</a:t>
            </a:r>
            <a:r>
              <a:rPr lang="en-US" dirty="0"/>
              <a:t> din fata, al </a:t>
            </a:r>
            <a:r>
              <a:rPr lang="en-US" dirty="0" err="1"/>
              <a:t>masinii</a:t>
            </a:r>
            <a:r>
              <a:rPr lang="en-US" dirty="0"/>
              <a:t> din spate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al </a:t>
            </a:r>
            <a:r>
              <a:rPr lang="en-US" dirty="0" err="1"/>
              <a:t>intersectiei</a:t>
            </a:r>
            <a:r>
              <a:rPr lang="en-US" dirty="0"/>
              <a:t> in </a:t>
            </a:r>
            <a:r>
              <a:rPr lang="en-US" dirty="0" err="1"/>
              <a:t>apropierea</a:t>
            </a:r>
            <a:r>
              <a:rPr lang="en-US" dirty="0"/>
              <a:t> </a:t>
            </a:r>
            <a:r>
              <a:rPr lang="en-US" dirty="0" err="1"/>
              <a:t>careia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soferul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sonerie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nu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adauga</a:t>
            </a:r>
            <a:r>
              <a:rPr lang="en-US" dirty="0"/>
              <a:t> o </a:t>
            </a:r>
            <a:r>
              <a:rPr lang="en-US" dirty="0" err="1"/>
              <a:t>sonerie</a:t>
            </a:r>
            <a:r>
              <a:rPr lang="en-US" dirty="0"/>
              <a:t> </a:t>
            </a:r>
            <a:r>
              <a:rPr lang="en-US" dirty="0" err="1"/>
              <a:t>fizica</a:t>
            </a:r>
            <a:r>
              <a:rPr lang="en-US" dirty="0"/>
              <a:t>,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de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navigatie</a:t>
            </a:r>
            <a:r>
              <a:rPr lang="en-US" dirty="0"/>
              <a:t> al </a:t>
            </a:r>
            <a:r>
              <a:rPr lang="en-US" dirty="0" err="1"/>
              <a:t>masinii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emita</a:t>
            </a:r>
            <a:r>
              <a:rPr lang="en-US" dirty="0"/>
              <a:t> un </a:t>
            </a:r>
            <a:r>
              <a:rPr lang="en-US" dirty="0" err="1"/>
              <a:t>semnal</a:t>
            </a:r>
            <a:r>
              <a:rPr lang="en-US" dirty="0"/>
              <a:t> </a:t>
            </a:r>
            <a:r>
              <a:rPr lang="en-US" dirty="0" err="1"/>
              <a:t>sonor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</a:t>
            </a:r>
            <a:r>
              <a:rPr lang="en-US" dirty="0" err="1"/>
              <a:t>implementata</a:t>
            </a:r>
            <a:r>
              <a:rPr lang="en-US" dirty="0"/>
              <a:t> o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79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>
          <a:extLst>
            <a:ext uri="{FF2B5EF4-FFF2-40B4-BE49-F238E27FC236}">
              <a16:creationId xmlns:a16="http://schemas.microsoft.com/office/drawing/2014/main" id="{E7A17C88-1E39-4DE9-4F84-6DA49346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3">
            <a:extLst>
              <a:ext uri="{FF2B5EF4-FFF2-40B4-BE49-F238E27FC236}">
                <a16:creationId xmlns:a16="http://schemas.microsoft.com/office/drawing/2014/main" id="{EA1A2EE2-614F-5486-49EB-7D68B1C3A8CE}"/>
              </a:ext>
            </a:extLst>
          </p:cNvPr>
          <p:cNvSpPr/>
          <p:nvPr/>
        </p:nvSpPr>
        <p:spPr>
          <a:xfrm>
            <a:off x="1532631" y="3909809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3">
            <a:extLst>
              <a:ext uri="{FF2B5EF4-FFF2-40B4-BE49-F238E27FC236}">
                <a16:creationId xmlns:a16="http://schemas.microsoft.com/office/drawing/2014/main" id="{0B3F8934-BD9E-9FDC-63B6-083CEC607839}"/>
              </a:ext>
            </a:extLst>
          </p:cNvPr>
          <p:cNvSpPr/>
          <p:nvPr/>
        </p:nvSpPr>
        <p:spPr>
          <a:xfrm>
            <a:off x="2080775" y="535000"/>
            <a:ext cx="6261600" cy="459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3">
            <a:extLst>
              <a:ext uri="{FF2B5EF4-FFF2-40B4-BE49-F238E27FC236}">
                <a16:creationId xmlns:a16="http://schemas.microsoft.com/office/drawing/2014/main" id="{267C86FB-3DDE-56BF-218D-86842D5827F4}"/>
              </a:ext>
            </a:extLst>
          </p:cNvPr>
          <p:cNvSpPr/>
          <p:nvPr/>
        </p:nvSpPr>
        <p:spPr>
          <a:xfrm>
            <a:off x="2415175" y="832048"/>
            <a:ext cx="5580000" cy="43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3">
            <a:extLst>
              <a:ext uri="{FF2B5EF4-FFF2-40B4-BE49-F238E27FC236}">
                <a16:creationId xmlns:a16="http://schemas.microsoft.com/office/drawing/2014/main" id="{295C6972-FFA2-C8E4-11CA-EC47A85DA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9225" y="2190975"/>
            <a:ext cx="49449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Surse</a:t>
            </a:r>
            <a:endParaRPr dirty="0"/>
          </a:p>
        </p:txBody>
      </p:sp>
      <p:sp>
        <p:nvSpPr>
          <p:cNvPr id="837" name="Google Shape;837;p53">
            <a:extLst>
              <a:ext uri="{FF2B5EF4-FFF2-40B4-BE49-F238E27FC236}">
                <a16:creationId xmlns:a16="http://schemas.microsoft.com/office/drawing/2014/main" id="{E47B9838-EA9D-D728-08F2-8FC01DCC75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  <p:sp>
        <p:nvSpPr>
          <p:cNvPr id="838" name="Google Shape;838;p53">
            <a:extLst>
              <a:ext uri="{FF2B5EF4-FFF2-40B4-BE49-F238E27FC236}">
                <a16:creationId xmlns:a16="http://schemas.microsoft.com/office/drawing/2014/main" id="{238AA8B4-747E-33CF-3D4F-D2D553B50B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31017" y="3685058"/>
            <a:ext cx="53508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Bibliografie+surse de inspiratie</a:t>
            </a:r>
            <a:endParaRPr dirty="0"/>
          </a:p>
        </p:txBody>
      </p:sp>
      <p:cxnSp>
        <p:nvCxnSpPr>
          <p:cNvPr id="839" name="Google Shape;839;p53">
            <a:extLst>
              <a:ext uri="{FF2B5EF4-FFF2-40B4-BE49-F238E27FC236}">
                <a16:creationId xmlns:a16="http://schemas.microsoft.com/office/drawing/2014/main" id="{170DC807-C062-FAB9-26F9-4A97CFC48352}"/>
              </a:ext>
            </a:extLst>
          </p:cNvPr>
          <p:cNvCxnSpPr/>
          <p:nvPr/>
        </p:nvCxnSpPr>
        <p:spPr>
          <a:xfrm rot="10800000" flipH="1">
            <a:off x="2828575" y="4400742"/>
            <a:ext cx="5494200" cy="1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0" name="Google Shape;840;p53">
            <a:extLst>
              <a:ext uri="{FF2B5EF4-FFF2-40B4-BE49-F238E27FC236}">
                <a16:creationId xmlns:a16="http://schemas.microsoft.com/office/drawing/2014/main" id="{0EACE39D-52E8-6B77-BF2B-3A87E1759AE7}"/>
              </a:ext>
            </a:extLst>
          </p:cNvPr>
          <p:cNvGrpSpPr/>
          <p:nvPr/>
        </p:nvGrpSpPr>
        <p:grpSpPr>
          <a:xfrm rot="-5400000">
            <a:off x="7593664" y="1799657"/>
            <a:ext cx="772605" cy="196301"/>
            <a:chOff x="2641350" y="846250"/>
            <a:chExt cx="413600" cy="105075"/>
          </a:xfrm>
        </p:grpSpPr>
        <p:sp>
          <p:nvSpPr>
            <p:cNvPr id="841" name="Google Shape;841;p53">
              <a:extLst>
                <a:ext uri="{FF2B5EF4-FFF2-40B4-BE49-F238E27FC236}">
                  <a16:creationId xmlns:a16="http://schemas.microsoft.com/office/drawing/2014/main" id="{C6710E1B-C482-215A-5494-0047953A5C3F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3">
              <a:extLst>
                <a:ext uri="{FF2B5EF4-FFF2-40B4-BE49-F238E27FC236}">
                  <a16:creationId xmlns:a16="http://schemas.microsoft.com/office/drawing/2014/main" id="{9FD946C0-26DB-2DA2-FEDE-6461E80D5963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3">
              <a:extLst>
                <a:ext uri="{FF2B5EF4-FFF2-40B4-BE49-F238E27FC236}">
                  <a16:creationId xmlns:a16="http://schemas.microsoft.com/office/drawing/2014/main" id="{02134DCB-B424-5BC4-9806-AAA36F6BDF02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3">
              <a:extLst>
                <a:ext uri="{FF2B5EF4-FFF2-40B4-BE49-F238E27FC236}">
                  <a16:creationId xmlns:a16="http://schemas.microsoft.com/office/drawing/2014/main" id="{D8B7D120-4ADD-8C97-FBF5-3692357D6426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53">
            <a:extLst>
              <a:ext uri="{FF2B5EF4-FFF2-40B4-BE49-F238E27FC236}">
                <a16:creationId xmlns:a16="http://schemas.microsoft.com/office/drawing/2014/main" id="{3379448D-0B9D-1C1D-17A8-87BD396E0027}"/>
              </a:ext>
            </a:extLst>
          </p:cNvPr>
          <p:cNvGrpSpPr/>
          <p:nvPr/>
        </p:nvGrpSpPr>
        <p:grpSpPr>
          <a:xfrm rot="5400000">
            <a:off x="-847462" y="1804154"/>
            <a:ext cx="3397850" cy="187275"/>
            <a:chOff x="-3237675" y="-1132050"/>
            <a:chExt cx="3397850" cy="187275"/>
          </a:xfrm>
        </p:grpSpPr>
        <p:sp>
          <p:nvSpPr>
            <p:cNvPr id="846" name="Google Shape;846;p53">
              <a:extLst>
                <a:ext uri="{FF2B5EF4-FFF2-40B4-BE49-F238E27FC236}">
                  <a16:creationId xmlns:a16="http://schemas.microsoft.com/office/drawing/2014/main" id="{6C996492-225E-283A-876C-5F3BCB80E308}"/>
                </a:ext>
              </a:extLst>
            </p:cNvPr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3">
              <a:extLst>
                <a:ext uri="{FF2B5EF4-FFF2-40B4-BE49-F238E27FC236}">
                  <a16:creationId xmlns:a16="http://schemas.microsoft.com/office/drawing/2014/main" id="{357F9EEE-2F1E-4891-D2EA-15F71B493C6B}"/>
                </a:ext>
              </a:extLst>
            </p:cNvPr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3">
              <a:extLst>
                <a:ext uri="{FF2B5EF4-FFF2-40B4-BE49-F238E27FC236}">
                  <a16:creationId xmlns:a16="http://schemas.microsoft.com/office/drawing/2014/main" id="{141BA58D-0079-D81C-4946-A067452CEF6D}"/>
                </a:ext>
              </a:extLst>
            </p:cNvPr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3">
              <a:extLst>
                <a:ext uri="{FF2B5EF4-FFF2-40B4-BE49-F238E27FC236}">
                  <a16:creationId xmlns:a16="http://schemas.microsoft.com/office/drawing/2014/main" id="{215E598F-BA5D-0F16-D19A-9F998993CB8E}"/>
                </a:ext>
              </a:extLst>
            </p:cNvPr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3">
              <a:extLst>
                <a:ext uri="{FF2B5EF4-FFF2-40B4-BE49-F238E27FC236}">
                  <a16:creationId xmlns:a16="http://schemas.microsoft.com/office/drawing/2014/main" id="{1531B373-3434-93CB-C2D6-3E41A2FA6D7F}"/>
                </a:ext>
              </a:extLst>
            </p:cNvPr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3">
              <a:extLst>
                <a:ext uri="{FF2B5EF4-FFF2-40B4-BE49-F238E27FC236}">
                  <a16:creationId xmlns:a16="http://schemas.microsoft.com/office/drawing/2014/main" id="{94CE8284-8138-2C60-CE3A-01F16E01C14A}"/>
                </a:ext>
              </a:extLst>
            </p:cNvPr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3">
              <a:extLst>
                <a:ext uri="{FF2B5EF4-FFF2-40B4-BE49-F238E27FC236}">
                  <a16:creationId xmlns:a16="http://schemas.microsoft.com/office/drawing/2014/main" id="{939C9828-D95C-0C63-8141-A281E799A418}"/>
                </a:ext>
              </a:extLst>
            </p:cNvPr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3">
              <a:extLst>
                <a:ext uri="{FF2B5EF4-FFF2-40B4-BE49-F238E27FC236}">
                  <a16:creationId xmlns:a16="http://schemas.microsoft.com/office/drawing/2014/main" id="{4A411C56-9324-9D3C-A39A-E8900223999B}"/>
                </a:ext>
              </a:extLst>
            </p:cNvPr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3">
              <a:extLst>
                <a:ext uri="{FF2B5EF4-FFF2-40B4-BE49-F238E27FC236}">
                  <a16:creationId xmlns:a16="http://schemas.microsoft.com/office/drawing/2014/main" id="{1A85D1CA-7B95-FC86-12DF-FAB60962283A}"/>
                </a:ext>
              </a:extLst>
            </p:cNvPr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55" name="Google Shape;855;p53">
            <a:extLst>
              <a:ext uri="{FF2B5EF4-FFF2-40B4-BE49-F238E27FC236}">
                <a16:creationId xmlns:a16="http://schemas.microsoft.com/office/drawing/2014/main" id="{B2130FB7-A8AA-E204-50E5-B22DF820898A}"/>
              </a:ext>
            </a:extLst>
          </p:cNvPr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44881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7"/>
          <p:cNvSpPr/>
          <p:nvPr/>
        </p:nvSpPr>
        <p:spPr>
          <a:xfrm>
            <a:off x="3320042" y="1168200"/>
            <a:ext cx="2514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6" name="Google Shape;986;p57"/>
          <p:cNvSpPr/>
          <p:nvPr/>
        </p:nvSpPr>
        <p:spPr>
          <a:xfrm>
            <a:off x="6019467" y="1168200"/>
            <a:ext cx="2514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57"/>
          <p:cNvSpPr/>
          <p:nvPr/>
        </p:nvSpPr>
        <p:spPr>
          <a:xfrm>
            <a:off x="620617" y="1168200"/>
            <a:ext cx="2514600" cy="344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8" name="Google Shape;988;p5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surse</a:t>
            </a:r>
            <a:endParaRPr dirty="0"/>
          </a:p>
        </p:txBody>
      </p:sp>
      <p:sp>
        <p:nvSpPr>
          <p:cNvPr id="989" name="Google Shape;989;p57"/>
          <p:cNvSpPr txBox="1">
            <a:spLocks noGrp="1"/>
          </p:cNvSpPr>
          <p:nvPr>
            <p:ph type="title"/>
          </p:nvPr>
        </p:nvSpPr>
        <p:spPr>
          <a:xfrm>
            <a:off x="740870" y="2144965"/>
            <a:ext cx="253415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r>
              <a:rPr lang="en-US" dirty="0"/>
              <a:t>u</a:t>
            </a:r>
            <a:r>
              <a:rPr lang="en" dirty="0"/>
              <a:t>letin de bucuresti</a:t>
            </a:r>
            <a:endParaRPr dirty="0"/>
          </a:p>
        </p:txBody>
      </p:sp>
      <p:sp>
        <p:nvSpPr>
          <p:cNvPr id="990" name="Google Shape;990;p57"/>
          <p:cNvSpPr txBox="1">
            <a:spLocks noGrp="1"/>
          </p:cNvSpPr>
          <p:nvPr>
            <p:ph type="subTitle" idx="1"/>
          </p:nvPr>
        </p:nvSpPr>
        <p:spPr>
          <a:xfrm>
            <a:off x="688071" y="3073688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https://buletin.de/bucuresti/1-000-de-morti-si-2-600-de-persoane-ranite-grav-in-accidentele-rutiere-din-capitala-din-ultimii-14-ani-radiografia-ultimelor-tragedii/</a:t>
            </a:r>
            <a:endParaRPr dirty="0"/>
          </a:p>
        </p:txBody>
      </p:sp>
      <p:sp>
        <p:nvSpPr>
          <p:cNvPr id="991" name="Google Shape;991;p57"/>
          <p:cNvSpPr txBox="1">
            <a:spLocks noGrp="1"/>
          </p:cNvSpPr>
          <p:nvPr>
            <p:ph type="title" idx="2"/>
          </p:nvPr>
        </p:nvSpPr>
        <p:spPr>
          <a:xfrm>
            <a:off x="3406475" y="216068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Siguranta rutiera in romania</a:t>
            </a:r>
            <a:endParaRPr dirty="0"/>
          </a:p>
        </p:txBody>
      </p:sp>
      <p:sp>
        <p:nvSpPr>
          <p:cNvPr id="992" name="Google Shape;992;p57"/>
          <p:cNvSpPr txBox="1">
            <a:spLocks noGrp="1"/>
          </p:cNvSpPr>
          <p:nvPr>
            <p:ph type="subTitle" idx="3"/>
          </p:nvPr>
        </p:nvSpPr>
        <p:spPr>
          <a:xfrm>
            <a:off x="3392767" y="3141783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hlink"/>
              </a:buClr>
              <a:buSzPts val="1100"/>
            </a:pPr>
            <a:r>
              <a:rPr lang="en-US" dirty="0"/>
              <a:t>https://trackgps.ro/siguranta-rutiera-in-romania-accidente-rutiere-cauzele-lor-si-solutii/</a:t>
            </a:r>
            <a:endParaRPr dirty="0"/>
          </a:p>
        </p:txBody>
      </p:sp>
      <p:sp>
        <p:nvSpPr>
          <p:cNvPr id="993" name="Google Shape;993;p57"/>
          <p:cNvSpPr txBox="1">
            <a:spLocks noGrp="1"/>
          </p:cNvSpPr>
          <p:nvPr>
            <p:ph type="title" idx="4"/>
          </p:nvPr>
        </p:nvSpPr>
        <p:spPr>
          <a:xfrm>
            <a:off x="6090275" y="2160687"/>
            <a:ext cx="239312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Inovatie si infrastructura</a:t>
            </a:r>
            <a:endParaRPr dirty="0"/>
          </a:p>
        </p:txBody>
      </p:sp>
      <p:sp>
        <p:nvSpPr>
          <p:cNvPr id="994" name="Google Shape;994;p57"/>
          <p:cNvSpPr txBox="1">
            <a:spLocks noGrp="1"/>
          </p:cNvSpPr>
          <p:nvPr>
            <p:ph type="subTitle" idx="5"/>
          </p:nvPr>
        </p:nvSpPr>
        <p:spPr>
          <a:xfrm>
            <a:off x="6075594" y="3257867"/>
            <a:ext cx="2336400" cy="6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hlink"/>
              </a:buClr>
              <a:buSzPts val="1100"/>
            </a:pPr>
            <a:r>
              <a:rPr lang="en-US" dirty="0"/>
              <a:t>https://insse.ro/cms/files/POCA/ro-durabil/ro/09-obiectiv-industrie-inovatie-si-infrastructura/tinta-2/PC-TJW0922-Numar-accidente-rutiere-dupa-localizare.pdf</a:t>
            </a:r>
            <a:endParaRPr dirty="0"/>
          </a:p>
        </p:txBody>
      </p:sp>
      <p:grpSp>
        <p:nvGrpSpPr>
          <p:cNvPr id="998" name="Google Shape;998;p57"/>
          <p:cNvGrpSpPr/>
          <p:nvPr/>
        </p:nvGrpSpPr>
        <p:grpSpPr>
          <a:xfrm rot="10800000">
            <a:off x="4305897" y="4124971"/>
            <a:ext cx="537556" cy="136576"/>
            <a:chOff x="2641350" y="846250"/>
            <a:chExt cx="413600" cy="105075"/>
          </a:xfrm>
        </p:grpSpPr>
        <p:sp>
          <p:nvSpPr>
            <p:cNvPr id="999" name="Google Shape;999;p57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57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57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57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57"/>
          <p:cNvGrpSpPr/>
          <p:nvPr/>
        </p:nvGrpSpPr>
        <p:grpSpPr>
          <a:xfrm rot="10800000">
            <a:off x="7009620" y="4355829"/>
            <a:ext cx="537556" cy="136576"/>
            <a:chOff x="2641350" y="846250"/>
            <a:chExt cx="413600" cy="105075"/>
          </a:xfrm>
        </p:grpSpPr>
        <p:sp>
          <p:nvSpPr>
            <p:cNvPr id="1004" name="Google Shape;1004;p57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7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7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57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57"/>
          <p:cNvGrpSpPr/>
          <p:nvPr/>
        </p:nvGrpSpPr>
        <p:grpSpPr>
          <a:xfrm rot="10800000">
            <a:off x="1600212" y="4340107"/>
            <a:ext cx="537556" cy="136576"/>
            <a:chOff x="2641350" y="846250"/>
            <a:chExt cx="413600" cy="105075"/>
          </a:xfrm>
        </p:grpSpPr>
        <p:sp>
          <p:nvSpPr>
            <p:cNvPr id="1009" name="Google Shape;1009;p57"/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13" name="Google Shape;1013;p57"/>
          <p:cNvCxnSpPr/>
          <p:nvPr/>
        </p:nvCxnSpPr>
        <p:spPr>
          <a:xfrm>
            <a:off x="722674" y="2685167"/>
            <a:ext cx="7715700" cy="2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14" name="Google Shape;1014;p57"/>
          <p:cNvGrpSpPr/>
          <p:nvPr/>
        </p:nvGrpSpPr>
        <p:grpSpPr>
          <a:xfrm>
            <a:off x="6984162" y="1490982"/>
            <a:ext cx="548625" cy="548637"/>
            <a:chOff x="5648375" y="1427025"/>
            <a:chExt cx="483200" cy="483125"/>
          </a:xfrm>
        </p:grpSpPr>
        <p:sp>
          <p:nvSpPr>
            <p:cNvPr id="1015" name="Google Shape;1015;p57"/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17" name="Google Shape;1017;p57"/>
          <p:cNvSpPr/>
          <p:nvPr/>
        </p:nvSpPr>
        <p:spPr>
          <a:xfrm>
            <a:off x="1643982" y="1490992"/>
            <a:ext cx="493786" cy="548617"/>
          </a:xfrm>
          <a:custGeom>
            <a:avLst/>
            <a:gdLst/>
            <a:ahLst/>
            <a:cxnLst/>
            <a:rect l="l" t="t" r="r" b="b"/>
            <a:pathLst>
              <a:path w="17058" h="19326" extrusionOk="0">
                <a:moveTo>
                  <a:pt x="15013" y="2021"/>
                </a:moveTo>
                <a:lnTo>
                  <a:pt x="11577" y="5741"/>
                </a:lnTo>
                <a:cubicBezTo>
                  <a:pt x="11378" y="5958"/>
                  <a:pt x="11378" y="6290"/>
                  <a:pt x="11577" y="6507"/>
                </a:cubicBezTo>
                <a:lnTo>
                  <a:pt x="15013" y="10230"/>
                </a:lnTo>
                <a:lnTo>
                  <a:pt x="3195" y="10230"/>
                </a:lnTo>
                <a:lnTo>
                  <a:pt x="3195" y="2021"/>
                </a:lnTo>
                <a:close/>
                <a:moveTo>
                  <a:pt x="1716" y="1133"/>
                </a:moveTo>
                <a:cubicBezTo>
                  <a:pt x="1906" y="1136"/>
                  <a:pt x="2060" y="1290"/>
                  <a:pt x="2063" y="1480"/>
                </a:cubicBezTo>
                <a:lnTo>
                  <a:pt x="2063" y="17846"/>
                </a:lnTo>
                <a:cubicBezTo>
                  <a:pt x="2060" y="18036"/>
                  <a:pt x="1906" y="18190"/>
                  <a:pt x="1716" y="18193"/>
                </a:cubicBezTo>
                <a:lnTo>
                  <a:pt x="1483" y="18193"/>
                </a:lnTo>
                <a:cubicBezTo>
                  <a:pt x="1290" y="18190"/>
                  <a:pt x="1136" y="18036"/>
                  <a:pt x="1133" y="17846"/>
                </a:cubicBezTo>
                <a:lnTo>
                  <a:pt x="1133" y="1480"/>
                </a:lnTo>
                <a:cubicBezTo>
                  <a:pt x="1136" y="1290"/>
                  <a:pt x="1290" y="1136"/>
                  <a:pt x="1483" y="1133"/>
                </a:cubicBezTo>
                <a:close/>
                <a:moveTo>
                  <a:pt x="1483" y="1"/>
                </a:moveTo>
                <a:cubicBezTo>
                  <a:pt x="665" y="1"/>
                  <a:pt x="4" y="665"/>
                  <a:pt x="1" y="1480"/>
                </a:cubicBezTo>
                <a:lnTo>
                  <a:pt x="1" y="17846"/>
                </a:lnTo>
                <a:cubicBezTo>
                  <a:pt x="4" y="18661"/>
                  <a:pt x="665" y="19325"/>
                  <a:pt x="1483" y="19325"/>
                </a:cubicBezTo>
                <a:lnTo>
                  <a:pt x="1716" y="19325"/>
                </a:lnTo>
                <a:cubicBezTo>
                  <a:pt x="2531" y="19325"/>
                  <a:pt x="3195" y="18661"/>
                  <a:pt x="3195" y="17846"/>
                </a:cubicBezTo>
                <a:lnTo>
                  <a:pt x="3195" y="11363"/>
                </a:lnTo>
                <a:lnTo>
                  <a:pt x="16306" y="11363"/>
                </a:lnTo>
                <a:cubicBezTo>
                  <a:pt x="16801" y="11360"/>
                  <a:pt x="17058" y="10774"/>
                  <a:pt x="16722" y="10412"/>
                </a:cubicBezTo>
                <a:lnTo>
                  <a:pt x="12764" y="6124"/>
                </a:lnTo>
                <a:lnTo>
                  <a:pt x="16722" y="1836"/>
                </a:lnTo>
                <a:cubicBezTo>
                  <a:pt x="16873" y="1673"/>
                  <a:pt x="16916" y="1432"/>
                  <a:pt x="16825" y="1226"/>
                </a:cubicBezTo>
                <a:cubicBezTo>
                  <a:pt x="16734" y="1021"/>
                  <a:pt x="16532" y="885"/>
                  <a:pt x="16306" y="885"/>
                </a:cubicBezTo>
                <a:lnTo>
                  <a:pt x="3071" y="885"/>
                </a:lnTo>
                <a:cubicBezTo>
                  <a:pt x="2833" y="348"/>
                  <a:pt x="2302" y="1"/>
                  <a:pt x="1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018" name="Google Shape;1018;p57"/>
          <p:cNvSpPr/>
          <p:nvPr/>
        </p:nvSpPr>
        <p:spPr>
          <a:xfrm>
            <a:off x="4272922" y="1490972"/>
            <a:ext cx="603507" cy="548657"/>
          </a:xfrm>
          <a:custGeom>
            <a:avLst/>
            <a:gdLst/>
            <a:ahLst/>
            <a:cxnLst/>
            <a:rect l="l" t="t" r="r" b="b"/>
            <a:pathLst>
              <a:path w="19655" h="18246" extrusionOk="0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019" name="Google Shape;1019;p57"/>
          <p:cNvSpPr/>
          <p:nvPr/>
        </p:nvSpPr>
        <p:spPr>
          <a:xfrm>
            <a:off x="1484375" y="186019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57"/>
          <p:cNvSpPr/>
          <p:nvPr/>
        </p:nvSpPr>
        <p:spPr>
          <a:xfrm>
            <a:off x="4360117" y="1388348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57"/>
          <p:cNvSpPr/>
          <p:nvPr/>
        </p:nvSpPr>
        <p:spPr>
          <a:xfrm>
            <a:off x="7057617" y="1462407"/>
            <a:ext cx="401700" cy="401700"/>
          </a:xfrm>
          <a:prstGeom prst="ellipse">
            <a:avLst/>
          </a:prstGeom>
          <a:solidFill>
            <a:srgbClr val="718AC6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>
          <a:extLst>
            <a:ext uri="{FF2B5EF4-FFF2-40B4-BE49-F238E27FC236}">
              <a16:creationId xmlns:a16="http://schemas.microsoft.com/office/drawing/2014/main" id="{708D5CCE-31AE-7558-D184-852CCFCA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3">
            <a:extLst>
              <a:ext uri="{FF2B5EF4-FFF2-40B4-BE49-F238E27FC236}">
                <a16:creationId xmlns:a16="http://schemas.microsoft.com/office/drawing/2014/main" id="{865E6450-37DB-7F4C-597C-9D4CFB60F465}"/>
              </a:ext>
            </a:extLst>
          </p:cNvPr>
          <p:cNvSpPr/>
          <p:nvPr/>
        </p:nvSpPr>
        <p:spPr>
          <a:xfrm>
            <a:off x="1532631" y="3909809"/>
            <a:ext cx="998400" cy="998400"/>
          </a:xfrm>
          <a:prstGeom prst="ellipse">
            <a:avLst/>
          </a:prstGeom>
          <a:solidFill>
            <a:schemeClr val="hlink">
              <a:alpha val="383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3">
            <a:extLst>
              <a:ext uri="{FF2B5EF4-FFF2-40B4-BE49-F238E27FC236}">
                <a16:creationId xmlns:a16="http://schemas.microsoft.com/office/drawing/2014/main" id="{65C49D48-4FD3-2EC8-EB04-EEA7EC23BD85}"/>
              </a:ext>
            </a:extLst>
          </p:cNvPr>
          <p:cNvSpPr/>
          <p:nvPr/>
        </p:nvSpPr>
        <p:spPr>
          <a:xfrm>
            <a:off x="2080775" y="535000"/>
            <a:ext cx="6261600" cy="459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3">
            <a:extLst>
              <a:ext uri="{FF2B5EF4-FFF2-40B4-BE49-F238E27FC236}">
                <a16:creationId xmlns:a16="http://schemas.microsoft.com/office/drawing/2014/main" id="{3F588B14-4037-C6E7-4C5F-D218D9C2A9BF}"/>
              </a:ext>
            </a:extLst>
          </p:cNvPr>
          <p:cNvSpPr/>
          <p:nvPr/>
        </p:nvSpPr>
        <p:spPr>
          <a:xfrm>
            <a:off x="2415175" y="832048"/>
            <a:ext cx="5580000" cy="431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3">
            <a:extLst>
              <a:ext uri="{FF2B5EF4-FFF2-40B4-BE49-F238E27FC236}">
                <a16:creationId xmlns:a16="http://schemas.microsoft.com/office/drawing/2014/main" id="{894BF322-57A7-005B-2C50-B18167406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2311" y="2562954"/>
            <a:ext cx="4944900" cy="14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Concluzii</a:t>
            </a:r>
            <a:endParaRPr dirty="0"/>
          </a:p>
        </p:txBody>
      </p:sp>
      <p:sp>
        <p:nvSpPr>
          <p:cNvPr id="837" name="Google Shape;837;p53">
            <a:extLst>
              <a:ext uri="{FF2B5EF4-FFF2-40B4-BE49-F238E27FC236}">
                <a16:creationId xmlns:a16="http://schemas.microsoft.com/office/drawing/2014/main" id="{C1F3CC71-79C3-42B9-5BBE-C21A1A607F7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6775" y="1349167"/>
            <a:ext cx="188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cxnSp>
        <p:nvCxnSpPr>
          <p:cNvPr id="839" name="Google Shape;839;p53">
            <a:extLst>
              <a:ext uri="{FF2B5EF4-FFF2-40B4-BE49-F238E27FC236}">
                <a16:creationId xmlns:a16="http://schemas.microsoft.com/office/drawing/2014/main" id="{E6A60CA1-A0B2-1C87-783D-93AEC88E85F3}"/>
              </a:ext>
            </a:extLst>
          </p:cNvPr>
          <p:cNvCxnSpPr/>
          <p:nvPr/>
        </p:nvCxnSpPr>
        <p:spPr>
          <a:xfrm rot="10800000" flipH="1">
            <a:off x="2828575" y="4400742"/>
            <a:ext cx="5494200" cy="1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0" name="Google Shape;840;p53">
            <a:extLst>
              <a:ext uri="{FF2B5EF4-FFF2-40B4-BE49-F238E27FC236}">
                <a16:creationId xmlns:a16="http://schemas.microsoft.com/office/drawing/2014/main" id="{275E35D7-6B85-5906-D804-98025837EA5F}"/>
              </a:ext>
            </a:extLst>
          </p:cNvPr>
          <p:cNvGrpSpPr/>
          <p:nvPr/>
        </p:nvGrpSpPr>
        <p:grpSpPr>
          <a:xfrm rot="-5400000">
            <a:off x="7593664" y="1799657"/>
            <a:ext cx="772605" cy="196301"/>
            <a:chOff x="2641350" y="846250"/>
            <a:chExt cx="413600" cy="105075"/>
          </a:xfrm>
        </p:grpSpPr>
        <p:sp>
          <p:nvSpPr>
            <p:cNvPr id="841" name="Google Shape;841;p53">
              <a:extLst>
                <a:ext uri="{FF2B5EF4-FFF2-40B4-BE49-F238E27FC236}">
                  <a16:creationId xmlns:a16="http://schemas.microsoft.com/office/drawing/2014/main" id="{F9923DE2-A988-7115-0EE8-681DE3280382}"/>
                </a:ext>
              </a:extLst>
            </p:cNvPr>
            <p:cNvSpPr/>
            <p:nvPr/>
          </p:nvSpPr>
          <p:spPr>
            <a:xfrm>
              <a:off x="2991475" y="846250"/>
              <a:ext cx="63475" cy="105075"/>
            </a:xfrm>
            <a:custGeom>
              <a:avLst/>
              <a:gdLst/>
              <a:ahLst/>
              <a:cxnLst/>
              <a:rect l="l" t="t" r="r" b="b"/>
              <a:pathLst>
                <a:path w="2539" h="4203" extrusionOk="0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3">
              <a:extLst>
                <a:ext uri="{FF2B5EF4-FFF2-40B4-BE49-F238E27FC236}">
                  <a16:creationId xmlns:a16="http://schemas.microsoft.com/office/drawing/2014/main" id="{E61C1A4B-A912-CE4B-A703-D4CB45EFBE78}"/>
                </a:ext>
              </a:extLst>
            </p:cNvPr>
            <p:cNvSpPr/>
            <p:nvPr/>
          </p:nvSpPr>
          <p:spPr>
            <a:xfrm>
              <a:off x="28747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3">
              <a:extLst>
                <a:ext uri="{FF2B5EF4-FFF2-40B4-BE49-F238E27FC236}">
                  <a16:creationId xmlns:a16="http://schemas.microsoft.com/office/drawing/2014/main" id="{5B2C78A7-50C6-FBBB-BAB4-1F8F92EAA938}"/>
                </a:ext>
              </a:extLst>
            </p:cNvPr>
            <p:cNvSpPr/>
            <p:nvPr/>
          </p:nvSpPr>
          <p:spPr>
            <a:xfrm>
              <a:off x="2758075" y="846250"/>
              <a:ext cx="63450" cy="105075"/>
            </a:xfrm>
            <a:custGeom>
              <a:avLst/>
              <a:gdLst/>
              <a:ahLst/>
              <a:cxnLst/>
              <a:rect l="l" t="t" r="r" b="b"/>
              <a:pathLst>
                <a:path w="2538" h="4203" extrusionOk="0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3">
              <a:extLst>
                <a:ext uri="{FF2B5EF4-FFF2-40B4-BE49-F238E27FC236}">
                  <a16:creationId xmlns:a16="http://schemas.microsoft.com/office/drawing/2014/main" id="{09A80957-5656-BFD6-D092-DCC5816AC28F}"/>
                </a:ext>
              </a:extLst>
            </p:cNvPr>
            <p:cNvSpPr/>
            <p:nvPr/>
          </p:nvSpPr>
          <p:spPr>
            <a:xfrm>
              <a:off x="2641350" y="846250"/>
              <a:ext cx="63975" cy="105075"/>
            </a:xfrm>
            <a:custGeom>
              <a:avLst/>
              <a:gdLst/>
              <a:ahLst/>
              <a:cxnLst/>
              <a:rect l="l" t="t" r="r" b="b"/>
              <a:pathLst>
                <a:path w="2559" h="4203" extrusionOk="0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53">
            <a:extLst>
              <a:ext uri="{FF2B5EF4-FFF2-40B4-BE49-F238E27FC236}">
                <a16:creationId xmlns:a16="http://schemas.microsoft.com/office/drawing/2014/main" id="{FE64F2B5-BFBC-68ED-A749-D128F319754C}"/>
              </a:ext>
            </a:extLst>
          </p:cNvPr>
          <p:cNvGrpSpPr/>
          <p:nvPr/>
        </p:nvGrpSpPr>
        <p:grpSpPr>
          <a:xfrm rot="5400000">
            <a:off x="-847462" y="1804154"/>
            <a:ext cx="3397850" cy="187275"/>
            <a:chOff x="-3237675" y="-1132050"/>
            <a:chExt cx="3397850" cy="187275"/>
          </a:xfrm>
        </p:grpSpPr>
        <p:sp>
          <p:nvSpPr>
            <p:cNvPr id="846" name="Google Shape;846;p53">
              <a:extLst>
                <a:ext uri="{FF2B5EF4-FFF2-40B4-BE49-F238E27FC236}">
                  <a16:creationId xmlns:a16="http://schemas.microsoft.com/office/drawing/2014/main" id="{D50036FE-8999-6946-52E0-F32A90799836}"/>
                </a:ext>
              </a:extLst>
            </p:cNvPr>
            <p:cNvSpPr/>
            <p:nvPr/>
          </p:nvSpPr>
          <p:spPr>
            <a:xfrm>
              <a:off x="-37875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3">
              <a:extLst>
                <a:ext uri="{FF2B5EF4-FFF2-40B4-BE49-F238E27FC236}">
                  <a16:creationId xmlns:a16="http://schemas.microsoft.com/office/drawing/2014/main" id="{42927C08-CAE0-CBEB-80FC-9B20FD75DC5B}"/>
                </a:ext>
              </a:extLst>
            </p:cNvPr>
            <p:cNvSpPr/>
            <p:nvPr/>
          </p:nvSpPr>
          <p:spPr>
            <a:xfrm>
              <a:off x="29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3">
              <a:extLst>
                <a:ext uri="{FF2B5EF4-FFF2-40B4-BE49-F238E27FC236}">
                  <a16:creationId xmlns:a16="http://schemas.microsoft.com/office/drawing/2014/main" id="{9BE264A9-D0FD-36D7-ABAC-6C3BF2DD98D8}"/>
                </a:ext>
              </a:extLst>
            </p:cNvPr>
            <p:cNvSpPr/>
            <p:nvPr/>
          </p:nvSpPr>
          <p:spPr>
            <a:xfrm>
              <a:off x="-787250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3">
              <a:extLst>
                <a:ext uri="{FF2B5EF4-FFF2-40B4-BE49-F238E27FC236}">
                  <a16:creationId xmlns:a16="http://schemas.microsoft.com/office/drawing/2014/main" id="{ED30F04C-E961-2D39-9313-BC7B9D386C69}"/>
                </a:ext>
              </a:extLst>
            </p:cNvPr>
            <p:cNvSpPr/>
            <p:nvPr/>
          </p:nvSpPr>
          <p:spPr>
            <a:xfrm>
              <a:off x="-1195725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3">
              <a:extLst>
                <a:ext uri="{FF2B5EF4-FFF2-40B4-BE49-F238E27FC236}">
                  <a16:creationId xmlns:a16="http://schemas.microsoft.com/office/drawing/2014/main" id="{97B204AB-621E-FE4A-138A-F1B9C28151BF}"/>
                </a:ext>
              </a:extLst>
            </p:cNvPr>
            <p:cNvSpPr/>
            <p:nvPr/>
          </p:nvSpPr>
          <p:spPr>
            <a:xfrm>
              <a:off x="-16042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3">
              <a:extLst>
                <a:ext uri="{FF2B5EF4-FFF2-40B4-BE49-F238E27FC236}">
                  <a16:creationId xmlns:a16="http://schemas.microsoft.com/office/drawing/2014/main" id="{AA7BFA37-3349-0B35-0B73-D2D4D5D8288D}"/>
                </a:ext>
              </a:extLst>
            </p:cNvPr>
            <p:cNvSpPr/>
            <p:nvPr/>
          </p:nvSpPr>
          <p:spPr>
            <a:xfrm>
              <a:off x="-2012725" y="-1132050"/>
              <a:ext cx="130450" cy="187275"/>
            </a:xfrm>
            <a:custGeom>
              <a:avLst/>
              <a:gdLst/>
              <a:ahLst/>
              <a:cxnLst/>
              <a:rect l="l" t="t" r="r" b="b"/>
              <a:pathLst>
                <a:path w="5218" h="7491" extrusionOk="0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3">
              <a:extLst>
                <a:ext uri="{FF2B5EF4-FFF2-40B4-BE49-F238E27FC236}">
                  <a16:creationId xmlns:a16="http://schemas.microsoft.com/office/drawing/2014/main" id="{3475BEDF-CFB9-1D8F-F6A0-88EA1FC6E915}"/>
                </a:ext>
              </a:extLst>
            </p:cNvPr>
            <p:cNvSpPr/>
            <p:nvPr/>
          </p:nvSpPr>
          <p:spPr>
            <a:xfrm>
              <a:off x="-2421200" y="-1132050"/>
              <a:ext cx="130425" cy="187275"/>
            </a:xfrm>
            <a:custGeom>
              <a:avLst/>
              <a:gdLst/>
              <a:ahLst/>
              <a:cxnLst/>
              <a:rect l="l" t="t" r="r" b="b"/>
              <a:pathLst>
                <a:path w="5217" h="7491" extrusionOk="0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3">
              <a:extLst>
                <a:ext uri="{FF2B5EF4-FFF2-40B4-BE49-F238E27FC236}">
                  <a16:creationId xmlns:a16="http://schemas.microsoft.com/office/drawing/2014/main" id="{38AC6F67-39D1-14DF-405F-FAB2DE578ADD}"/>
                </a:ext>
              </a:extLst>
            </p:cNvPr>
            <p:cNvSpPr/>
            <p:nvPr/>
          </p:nvSpPr>
          <p:spPr>
            <a:xfrm>
              <a:off x="-28291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3">
              <a:extLst>
                <a:ext uri="{FF2B5EF4-FFF2-40B4-BE49-F238E27FC236}">
                  <a16:creationId xmlns:a16="http://schemas.microsoft.com/office/drawing/2014/main" id="{B8640132-068B-41AC-A294-3EE35C1EA901}"/>
                </a:ext>
              </a:extLst>
            </p:cNvPr>
            <p:cNvSpPr/>
            <p:nvPr/>
          </p:nvSpPr>
          <p:spPr>
            <a:xfrm>
              <a:off x="-3237675" y="-1132050"/>
              <a:ext cx="129925" cy="187275"/>
            </a:xfrm>
            <a:custGeom>
              <a:avLst/>
              <a:gdLst/>
              <a:ahLst/>
              <a:cxnLst/>
              <a:rect l="l" t="t" r="r" b="b"/>
              <a:pathLst>
                <a:path w="5197" h="7491" extrusionOk="0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55" name="Google Shape;855;p53">
            <a:extLst>
              <a:ext uri="{FF2B5EF4-FFF2-40B4-BE49-F238E27FC236}">
                <a16:creationId xmlns:a16="http://schemas.microsoft.com/office/drawing/2014/main" id="{3063EC77-13EB-593C-B3CE-BD6BDE51355E}"/>
              </a:ext>
            </a:extLst>
          </p:cNvPr>
          <p:cNvCxnSpPr/>
          <p:nvPr/>
        </p:nvCxnSpPr>
        <p:spPr>
          <a:xfrm rot="10800000">
            <a:off x="524900" y="-25"/>
            <a:ext cx="0" cy="3633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56864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7333-EFA7-BC0B-80C4-C9699E37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BD5D27-0DF2-567F-0BDF-C10A86F9469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F562DF9-B613-236E-E080-B8E3B2B64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79434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876</Words>
  <Application>Microsoft Office PowerPoint</Application>
  <PresentationFormat>On-screen Show (16:9)</PresentationFormat>
  <Paragraphs>128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Raleway Medium</vt:lpstr>
      <vt:lpstr>Times New Roman</vt:lpstr>
      <vt:lpstr>Bebas Neue</vt:lpstr>
      <vt:lpstr>Nunito</vt:lpstr>
      <vt:lpstr>Arial</vt:lpstr>
      <vt:lpstr>Raleway</vt:lpstr>
      <vt:lpstr>Artificial Intelligence (AI) Startup Business Plan by Slidesgo</vt:lpstr>
      <vt:lpstr>Sistem de predictie al riscului de accident</vt:lpstr>
      <vt:lpstr>Desciere </vt:lpstr>
      <vt:lpstr>Descriere</vt:lpstr>
      <vt:lpstr>Demoniul de interes</vt:lpstr>
      <vt:lpstr>Cauzele accidentelor</vt:lpstr>
      <vt:lpstr>Probleme vs solutii</vt:lpstr>
      <vt:lpstr>Studii de caz</vt:lpstr>
      <vt:lpstr>Studiu de caz</vt:lpstr>
      <vt:lpstr>Studiu de caz Accidente raportat la numarul de conducatori auto</vt:lpstr>
      <vt:lpstr>Sistemul cu Inteligenta artificala</vt:lpstr>
      <vt:lpstr>Descriere retea neuronala</vt:lpstr>
      <vt:lpstr>COmponente</vt:lpstr>
      <vt:lpstr>Fluxul de date</vt:lpstr>
      <vt:lpstr>Procesul</vt:lpstr>
      <vt:lpstr>Date de intrare</vt:lpstr>
      <vt:lpstr>Datele de intrare</vt:lpstr>
      <vt:lpstr>Date de iesire</vt:lpstr>
      <vt:lpstr>Datele de Iesire</vt:lpstr>
      <vt:lpstr>Surse</vt:lpstr>
      <vt:lpstr>surse</vt:lpstr>
      <vt:lpstr>Concluzii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horel</dc:creator>
  <cp:lastModifiedBy>Horia-Ioan PETRE (142228)</cp:lastModifiedBy>
  <cp:revision>4</cp:revision>
  <dcterms:modified xsi:type="dcterms:W3CDTF">2025-11-13T09:33:54Z</dcterms:modified>
</cp:coreProperties>
</file>