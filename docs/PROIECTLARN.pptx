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32"/>
  </p:notesMasterIdLst>
  <p:sldIdLst>
    <p:sldId id="256" r:id="rId2"/>
    <p:sldId id="328" r:id="rId3"/>
    <p:sldId id="258" r:id="rId4"/>
    <p:sldId id="260" r:id="rId5"/>
    <p:sldId id="261" r:id="rId6"/>
    <p:sldId id="263" r:id="rId7"/>
    <p:sldId id="264" r:id="rId8"/>
    <p:sldId id="317" r:id="rId9"/>
    <p:sldId id="262" r:id="rId10"/>
    <p:sldId id="269" r:id="rId11"/>
    <p:sldId id="266" r:id="rId12"/>
    <p:sldId id="311" r:id="rId13"/>
    <p:sldId id="267" r:id="rId14"/>
    <p:sldId id="324" r:id="rId15"/>
    <p:sldId id="325" r:id="rId16"/>
    <p:sldId id="271" r:id="rId17"/>
    <p:sldId id="272" r:id="rId18"/>
    <p:sldId id="273" r:id="rId19"/>
    <p:sldId id="318" r:id="rId20"/>
    <p:sldId id="274" r:id="rId21"/>
    <p:sldId id="319" r:id="rId22"/>
    <p:sldId id="313" r:id="rId23"/>
    <p:sldId id="275" r:id="rId24"/>
    <p:sldId id="320" r:id="rId25"/>
    <p:sldId id="323" r:id="rId26"/>
    <p:sldId id="315" r:id="rId27"/>
    <p:sldId id="321" r:id="rId28"/>
    <p:sldId id="322" r:id="rId29"/>
    <p:sldId id="326" r:id="rId30"/>
    <p:sldId id="327" r:id="rId31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33"/>
    </p:embeddedFont>
    <p:embeddedFont>
      <p:font typeface="Nunito" pitchFamily="2" charset="0"/>
      <p:regular r:id="rId34"/>
      <p:bold r:id="rId35"/>
      <p:italic r:id="rId36"/>
      <p:boldItalic r:id="rId37"/>
    </p:embeddedFont>
    <p:embeddedFont>
      <p:font typeface="Raleway" pitchFamily="2" charset="0"/>
      <p:regular r:id="rId38"/>
      <p:bold r:id="rId39"/>
      <p:italic r:id="rId40"/>
      <p:boldItalic r:id="rId41"/>
    </p:embeddedFont>
    <p:embeddedFont>
      <p:font typeface="Raleway Medium" pitchFamily="2" charset="0"/>
      <p:regular r:id="rId42"/>
      <p:bold r:id="rId43"/>
      <p:italic r:id="rId44"/>
      <p:boldItalic r:id="rId45"/>
    </p:embeddedFont>
    <p:embeddedFont>
      <p:font typeface="Segoe UI Black" panose="020B0A02040204020203" pitchFamily="34" charset="0"/>
      <p:bold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AD6FC00-A65C-4B3C-8B12-0274F0404CD6}">
  <a:tblStyle styleId="{4AD6FC00-A65C-4B3C-8B12-0274F0404C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191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10a2de12baf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10a2de12baf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10a2de12baf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10a2de12baf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10a18aa2564_0_23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10a18aa2564_0_234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10a2de12baf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10a2de12baf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10a18aa256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8" name="Google Shape;548;g10a18aa256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>
          <a:extLst>
            <a:ext uri="{FF2B5EF4-FFF2-40B4-BE49-F238E27FC236}">
              <a16:creationId xmlns:a16="http://schemas.microsoft.com/office/drawing/2014/main" id="{84462C94-1FA2-9E5A-6E96-4671A2368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g10a2de12baf_0_120:notes">
            <a:extLst>
              <a:ext uri="{FF2B5EF4-FFF2-40B4-BE49-F238E27FC236}">
                <a16:creationId xmlns:a16="http://schemas.microsoft.com/office/drawing/2014/main" id="{1E452C9A-38E4-61E5-DA38-D8A985DBCB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5" name="Google Shape;455;g10a2de12baf_0_120:notes">
            <a:extLst>
              <a:ext uri="{FF2B5EF4-FFF2-40B4-BE49-F238E27FC236}">
                <a16:creationId xmlns:a16="http://schemas.microsoft.com/office/drawing/2014/main" id="{918999DA-E04D-92B2-F328-950353F705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12856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10a2de12baf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" name="Google Shape;500;g10a2de12baf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g10b68f5f6c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0" name="Google Shape;750;g10b68f5f6c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10a73ee2252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10a73ee2252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10a2de12baf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10a2de12baf_0_3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0b68f5f6c9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0b68f5f6c9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g10b68f5f6c9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8" name="Google Shape;858;g10b68f5f6c9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g10a18aa2564_0_233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1" name="Google Shape;901;g10a18aa2564_0_233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" name="Google Shape;962;g10b68f5f6c9_0_13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3" name="Google Shape;963;g10b68f5f6c9_0_13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>
          <a:extLst>
            <a:ext uri="{FF2B5EF4-FFF2-40B4-BE49-F238E27FC236}">
              <a16:creationId xmlns:a16="http://schemas.microsoft.com/office/drawing/2014/main" id="{16558D72-F294-96DA-EE37-F7B9AD12F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0b68f5f6c9_0_205:notes">
            <a:extLst>
              <a:ext uri="{FF2B5EF4-FFF2-40B4-BE49-F238E27FC236}">
                <a16:creationId xmlns:a16="http://schemas.microsoft.com/office/drawing/2014/main" id="{138A10A4-9FA0-480C-92E4-9E1645692BE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0b68f5f6c9_0_205:notes">
            <a:extLst>
              <a:ext uri="{FF2B5EF4-FFF2-40B4-BE49-F238E27FC236}">
                <a16:creationId xmlns:a16="http://schemas.microsoft.com/office/drawing/2014/main" id="{1EE004C7-A80D-39FD-E29C-BC0835336B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742349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10b68f5f6c9_0_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10b68f5f6c9_0_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>
          <a:extLst>
            <a:ext uri="{FF2B5EF4-FFF2-40B4-BE49-F238E27FC236}">
              <a16:creationId xmlns:a16="http://schemas.microsoft.com/office/drawing/2014/main" id="{C1DADA19-F376-CB5F-BB5E-E3F5C1DC2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10b68f5f6c9_0_292:notes">
            <a:extLst>
              <a:ext uri="{FF2B5EF4-FFF2-40B4-BE49-F238E27FC236}">
                <a16:creationId xmlns:a16="http://schemas.microsoft.com/office/drawing/2014/main" id="{F8847777-CF2D-C6FA-8F5D-B15FE4A71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10b68f5f6c9_0_292:notes">
            <a:extLst>
              <a:ext uri="{FF2B5EF4-FFF2-40B4-BE49-F238E27FC236}">
                <a16:creationId xmlns:a16="http://schemas.microsoft.com/office/drawing/2014/main" id="{3956C21C-60AE-AC5E-D588-B94F0B1C2B4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02868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1">
          <a:extLst>
            <a:ext uri="{FF2B5EF4-FFF2-40B4-BE49-F238E27FC236}">
              <a16:creationId xmlns:a16="http://schemas.microsoft.com/office/drawing/2014/main" id="{8E3DA8AD-96CF-FA86-B691-BF0A4187E6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2" name="Google Shape;982;g10b68f5f6c9_0_292:notes">
            <a:extLst>
              <a:ext uri="{FF2B5EF4-FFF2-40B4-BE49-F238E27FC236}">
                <a16:creationId xmlns:a16="http://schemas.microsoft.com/office/drawing/2014/main" id="{AC72FC16-2288-8FA1-2919-9E4DBFF177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3" name="Google Shape;983;g10b68f5f6c9_0_292:notes">
            <a:extLst>
              <a:ext uri="{FF2B5EF4-FFF2-40B4-BE49-F238E27FC236}">
                <a16:creationId xmlns:a16="http://schemas.microsoft.com/office/drawing/2014/main" id="{3317D6DF-B602-40B5-BD57-910A087377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880639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9">
          <a:extLst>
            <a:ext uri="{FF2B5EF4-FFF2-40B4-BE49-F238E27FC236}">
              <a16:creationId xmlns:a16="http://schemas.microsoft.com/office/drawing/2014/main" id="{4CC16305-9B93-18D0-1E16-3C6DF63CB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g10b68f5f6c9_0_205:notes">
            <a:extLst>
              <a:ext uri="{FF2B5EF4-FFF2-40B4-BE49-F238E27FC236}">
                <a16:creationId xmlns:a16="http://schemas.microsoft.com/office/drawing/2014/main" id="{3B274467-3E17-F47E-36CB-46D45EDB64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1" name="Google Shape;831;g10b68f5f6c9_0_205:notes">
            <a:extLst>
              <a:ext uri="{FF2B5EF4-FFF2-40B4-BE49-F238E27FC236}">
                <a16:creationId xmlns:a16="http://schemas.microsoft.com/office/drawing/2014/main" id="{E9E1E7CA-944A-3C3C-FDA8-2B859A2C49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63462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/>
        </p:nvSpPr>
        <p:spPr>
          <a:xfrm>
            <a:off x="11400" y="0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" name="Google Shape;10;p2"/>
          <p:cNvSpPr txBox="1"/>
          <p:nvPr/>
        </p:nvSpPr>
        <p:spPr>
          <a:xfrm>
            <a:off x="11400" y="26567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1" name="Google Shape;11;p2"/>
          <p:cNvSpPr txBox="1"/>
          <p:nvPr/>
        </p:nvSpPr>
        <p:spPr>
          <a:xfrm>
            <a:off x="22675" y="3985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2" name="Google Shape;12;p2"/>
          <p:cNvSpPr txBox="1"/>
          <p:nvPr/>
        </p:nvSpPr>
        <p:spPr>
          <a:xfrm>
            <a:off x="11400" y="13283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08150" y="535050"/>
            <a:ext cx="7720800" cy="407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356550" y="1165860"/>
            <a:ext cx="4412100" cy="18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356550" y="3041885"/>
            <a:ext cx="4412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100" b="1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ubTitle" idx="2"/>
          </p:nvPr>
        </p:nvSpPr>
        <p:spPr>
          <a:xfrm>
            <a:off x="3356550" y="3840335"/>
            <a:ext cx="4412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2106050" y="2190967"/>
            <a:ext cx="4944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2" hasCustomPrompt="1"/>
          </p:nvPr>
        </p:nvSpPr>
        <p:spPr>
          <a:xfrm>
            <a:off x="36389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subTitle" idx="1"/>
          </p:nvPr>
        </p:nvSpPr>
        <p:spPr>
          <a:xfrm>
            <a:off x="1897842" y="3055967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9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/>
          <p:nvPr/>
        </p:nvSpPr>
        <p:spPr>
          <a:xfrm rot="5400000">
            <a:off x="-577075" y="3689750"/>
            <a:ext cx="17634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1"/>
        </a:solidFill>
        <a:effectLst/>
      </p:bgPr>
    </p:bg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/>
        </p:nvSpPr>
        <p:spPr>
          <a:xfrm>
            <a:off x="11400" y="4030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9" name="Google Shape;29;p5"/>
          <p:cNvSpPr txBox="1">
            <a:spLocks noGrp="1"/>
          </p:cNvSpPr>
          <p:nvPr>
            <p:ph type="subTitle" idx="1"/>
          </p:nvPr>
        </p:nvSpPr>
        <p:spPr>
          <a:xfrm>
            <a:off x="1834113" y="1773447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2"/>
          </p:nvPr>
        </p:nvSpPr>
        <p:spPr>
          <a:xfrm>
            <a:off x="4572050" y="3532125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Font typeface="Bebas Neue"/>
              <a:buNone/>
              <a:defRPr sz="25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ubTitle" idx="3"/>
          </p:nvPr>
        </p:nvSpPr>
        <p:spPr>
          <a:xfrm>
            <a:off x="5103350" y="1545297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ubTitle" idx="4"/>
          </p:nvPr>
        </p:nvSpPr>
        <p:spPr>
          <a:xfrm>
            <a:off x="1236966" y="3303975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/>
          <p:nvPr/>
        </p:nvSpPr>
        <p:spPr>
          <a:xfrm>
            <a:off x="5382500" y="1655900"/>
            <a:ext cx="3754200" cy="35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36" name="Google Shape;36;p6"/>
          <p:cNvSpPr/>
          <p:nvPr/>
        </p:nvSpPr>
        <p:spPr>
          <a:xfrm>
            <a:off x="712400" y="1168200"/>
            <a:ext cx="7716600" cy="39753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2pPr>
            <a:lvl3pPr lvl="2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3pPr>
            <a:lvl4pPr lvl="3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4pPr>
            <a:lvl5pPr lvl="4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5pPr>
            <a:lvl6pPr lvl="5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6pPr>
            <a:lvl7pPr lvl="6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7pPr>
            <a:lvl8pPr lvl="7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8pPr>
            <a:lvl9pPr lvl="8" rtl="0">
              <a:spcBef>
                <a:spcPts val="0"/>
              </a:spcBef>
              <a:spcAft>
                <a:spcPts val="0"/>
              </a:spcAft>
              <a:buSzPts val="3900"/>
              <a:buNone/>
              <a:defRPr sz="3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1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/>
        </p:nvSpPr>
        <p:spPr>
          <a:xfrm>
            <a:off x="0" y="0"/>
            <a:ext cx="4425900" cy="376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4" name="Google Shape;44;p8"/>
          <p:cNvSpPr/>
          <p:nvPr/>
        </p:nvSpPr>
        <p:spPr>
          <a:xfrm>
            <a:off x="1531800" y="951900"/>
            <a:ext cx="6080400" cy="3239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792008" y="1566450"/>
            <a:ext cx="5565300" cy="201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7600"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p8"/>
          <p:cNvSpPr txBox="1"/>
          <p:nvPr/>
        </p:nvSpPr>
        <p:spPr>
          <a:xfrm rot="-5400000">
            <a:off x="8060700" y="3912600"/>
            <a:ext cx="1388100" cy="130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(AI)</a:t>
            </a:r>
            <a:endParaRPr>
              <a:solidFill>
                <a:schemeClr val="hlink"/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/>
          <p:nvPr/>
        </p:nvSpPr>
        <p:spPr>
          <a:xfrm>
            <a:off x="11400" y="26567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49" name="Google Shape;49;p9"/>
          <p:cNvSpPr txBox="1"/>
          <p:nvPr/>
        </p:nvSpPr>
        <p:spPr>
          <a:xfrm>
            <a:off x="11400" y="13283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96000" y="1424283"/>
            <a:ext cx="3675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body" idx="1"/>
          </p:nvPr>
        </p:nvSpPr>
        <p:spPr>
          <a:xfrm>
            <a:off x="896000" y="2179726"/>
            <a:ext cx="3675900" cy="13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 sz="1400"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bg>
      <p:bgPr>
        <a:solidFill>
          <a:schemeClr val="dk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/>
        </p:nvSpPr>
        <p:spPr>
          <a:xfrm>
            <a:off x="11400" y="4030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74" name="Google Shape;74;p13"/>
          <p:cNvSpPr txBox="1">
            <a:spLocks noGrp="1"/>
          </p:cNvSpPr>
          <p:nvPr>
            <p:ph type="title"/>
          </p:nvPr>
        </p:nvSpPr>
        <p:spPr>
          <a:xfrm>
            <a:off x="720000" y="1621208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title" idx="2" hasCustomPrompt="1"/>
          </p:nvPr>
        </p:nvSpPr>
        <p:spPr>
          <a:xfrm>
            <a:off x="720000" y="1158483"/>
            <a:ext cx="9246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1"/>
          </p:nvPr>
        </p:nvSpPr>
        <p:spPr>
          <a:xfrm>
            <a:off x="7200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title" idx="3"/>
          </p:nvPr>
        </p:nvSpPr>
        <p:spPr>
          <a:xfrm>
            <a:off x="3403800" y="1621216"/>
            <a:ext cx="2336400" cy="7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title" idx="4" hasCustomPrompt="1"/>
          </p:nvPr>
        </p:nvSpPr>
        <p:spPr>
          <a:xfrm>
            <a:off x="34038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5"/>
          </p:nvPr>
        </p:nvSpPr>
        <p:spPr>
          <a:xfrm>
            <a:off x="34038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title" idx="6"/>
          </p:nvPr>
        </p:nvSpPr>
        <p:spPr>
          <a:xfrm>
            <a:off x="6087600" y="1621208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title" idx="7" hasCustomPrompt="1"/>
          </p:nvPr>
        </p:nvSpPr>
        <p:spPr>
          <a:xfrm>
            <a:off x="60876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8"/>
          </p:nvPr>
        </p:nvSpPr>
        <p:spPr>
          <a:xfrm>
            <a:off x="60876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title" idx="9"/>
          </p:nvPr>
        </p:nvSpPr>
        <p:spPr>
          <a:xfrm>
            <a:off x="7200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title" idx="13" hasCustomPrompt="1"/>
          </p:nvPr>
        </p:nvSpPr>
        <p:spPr>
          <a:xfrm>
            <a:off x="7200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4"/>
          </p:nvPr>
        </p:nvSpPr>
        <p:spPr>
          <a:xfrm>
            <a:off x="7200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15"/>
          </p:nvPr>
        </p:nvSpPr>
        <p:spPr>
          <a:xfrm>
            <a:off x="34038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16" hasCustomPrompt="1"/>
          </p:nvPr>
        </p:nvSpPr>
        <p:spPr>
          <a:xfrm>
            <a:off x="34038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17"/>
          </p:nvPr>
        </p:nvSpPr>
        <p:spPr>
          <a:xfrm>
            <a:off x="34038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8"/>
          </p:nvPr>
        </p:nvSpPr>
        <p:spPr>
          <a:xfrm>
            <a:off x="60876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9" hasCustomPrompt="1"/>
          </p:nvPr>
        </p:nvSpPr>
        <p:spPr>
          <a:xfrm>
            <a:off x="60876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4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20"/>
          </p:nvPr>
        </p:nvSpPr>
        <p:spPr>
          <a:xfrm>
            <a:off x="60876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CUSTOM_3">
    <p:bg>
      <p:bgPr>
        <a:solidFill>
          <a:schemeClr val="accent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1039150" y="2190975"/>
            <a:ext cx="51060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0" name="Google Shape;100;p15"/>
          <p:cNvSpPr txBox="1">
            <a:spLocks noGrp="1"/>
          </p:cNvSpPr>
          <p:nvPr>
            <p:ph type="title" idx="2" hasCustomPrompt="1"/>
          </p:nvPr>
        </p:nvSpPr>
        <p:spPr>
          <a:xfrm>
            <a:off x="10391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01" name="Google Shape;101;p15"/>
          <p:cNvSpPr txBox="1">
            <a:spLocks noGrp="1"/>
          </p:cNvSpPr>
          <p:nvPr>
            <p:ph type="subTitle" idx="1"/>
          </p:nvPr>
        </p:nvSpPr>
        <p:spPr>
          <a:xfrm>
            <a:off x="1039150" y="3685050"/>
            <a:ext cx="51060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9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5"/>
          <p:cNvSpPr txBox="1"/>
          <p:nvPr/>
        </p:nvSpPr>
        <p:spPr>
          <a:xfrm rot="5400000">
            <a:off x="7451475" y="309900"/>
            <a:ext cx="17634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2">
  <p:cSld name="CUSTOM_3_1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>
            <a:spLocks noGrp="1"/>
          </p:cNvSpPr>
          <p:nvPr>
            <p:ph type="title"/>
          </p:nvPr>
        </p:nvSpPr>
        <p:spPr>
          <a:xfrm>
            <a:off x="2739225" y="2190975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05" name="Google Shape;105;p16"/>
          <p:cNvSpPr txBox="1">
            <a:spLocks noGrp="1"/>
          </p:cNvSpPr>
          <p:nvPr>
            <p:ph type="title" idx="2" hasCustomPrompt="1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06" name="Google Shape;106;p16"/>
          <p:cNvSpPr txBox="1">
            <a:spLocks noGrp="1"/>
          </p:cNvSpPr>
          <p:nvPr>
            <p:ph type="subTitle" idx="1"/>
          </p:nvPr>
        </p:nvSpPr>
        <p:spPr>
          <a:xfrm>
            <a:off x="2531017" y="3685058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9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6"/>
          <p:cNvSpPr txBox="1"/>
          <p:nvPr/>
        </p:nvSpPr>
        <p:spPr>
          <a:xfrm>
            <a:off x="3601658" y="-576585"/>
            <a:ext cx="17634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lt1"/>
              </a:solidFill>
            </a:endParaRPr>
          </a:p>
        </p:txBody>
      </p:sp>
      <p:cxnSp>
        <p:nvCxnSpPr>
          <p:cNvPr id="108" name="Google Shape;108;p16"/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3">
  <p:cSld name="CUSTOM_2_1_1">
    <p:bg>
      <p:bgPr>
        <a:solidFill>
          <a:schemeClr val="dk1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 txBox="1"/>
          <p:nvPr/>
        </p:nvSpPr>
        <p:spPr>
          <a:xfrm rot="5400000">
            <a:off x="-1536625" y="2730450"/>
            <a:ext cx="36825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/(AI)/(AI)/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149" name="Google Shape;149;p22"/>
          <p:cNvSpPr txBox="1"/>
          <p:nvPr/>
        </p:nvSpPr>
        <p:spPr>
          <a:xfrm>
            <a:off x="7751741" y="0"/>
            <a:ext cx="23706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9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22"/>
          <p:cNvSpPr/>
          <p:nvPr/>
        </p:nvSpPr>
        <p:spPr>
          <a:xfrm>
            <a:off x="4759000" y="1644550"/>
            <a:ext cx="3669900" cy="296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22"/>
          <p:cNvSpPr/>
          <p:nvPr/>
        </p:nvSpPr>
        <p:spPr>
          <a:xfrm>
            <a:off x="719492" y="1644550"/>
            <a:ext cx="3669900" cy="296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bg>
      <p:bgPr>
        <a:solidFill>
          <a:schemeClr val="dk1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/>
          <p:nvPr/>
        </p:nvSpPr>
        <p:spPr>
          <a:xfrm rot="5400000">
            <a:off x="-571525" y="3695550"/>
            <a:ext cx="17523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7751741" y="0"/>
            <a:ext cx="23706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8" name="Google Shape;168;p25"/>
          <p:cNvSpPr/>
          <p:nvPr/>
        </p:nvSpPr>
        <p:spPr>
          <a:xfrm>
            <a:off x="719509" y="1393266"/>
            <a:ext cx="7704000" cy="296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9" name="Google Shape;169;p25"/>
          <p:cNvSpPr txBox="1">
            <a:spLocks noGrp="1"/>
          </p:cNvSpPr>
          <p:nvPr>
            <p:ph type="title"/>
          </p:nvPr>
        </p:nvSpPr>
        <p:spPr>
          <a:xfrm>
            <a:off x="8724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0" name="Google Shape;170;p25"/>
          <p:cNvSpPr txBox="1">
            <a:spLocks noGrp="1"/>
          </p:cNvSpPr>
          <p:nvPr>
            <p:ph type="subTitle" idx="1"/>
          </p:nvPr>
        </p:nvSpPr>
        <p:spPr>
          <a:xfrm>
            <a:off x="8724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1" name="Google Shape;171;p25"/>
          <p:cNvSpPr txBox="1">
            <a:spLocks noGrp="1"/>
          </p:cNvSpPr>
          <p:nvPr>
            <p:ph type="title" idx="2"/>
          </p:nvPr>
        </p:nvSpPr>
        <p:spPr>
          <a:xfrm>
            <a:off x="34038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2" name="Google Shape;172;p25"/>
          <p:cNvSpPr txBox="1">
            <a:spLocks noGrp="1"/>
          </p:cNvSpPr>
          <p:nvPr>
            <p:ph type="subTitle" idx="3"/>
          </p:nvPr>
        </p:nvSpPr>
        <p:spPr>
          <a:xfrm>
            <a:off x="34038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3" name="Google Shape;173;p25"/>
          <p:cNvSpPr txBox="1">
            <a:spLocks noGrp="1"/>
          </p:cNvSpPr>
          <p:nvPr>
            <p:ph type="title" idx="4"/>
          </p:nvPr>
        </p:nvSpPr>
        <p:spPr>
          <a:xfrm>
            <a:off x="59352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74" name="Google Shape;174;p25"/>
          <p:cNvSpPr txBox="1">
            <a:spLocks noGrp="1"/>
          </p:cNvSpPr>
          <p:nvPr>
            <p:ph type="subTitle" idx="5"/>
          </p:nvPr>
        </p:nvSpPr>
        <p:spPr>
          <a:xfrm>
            <a:off x="59352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5" name="Google Shape;175;p25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None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bg>
      <p:bgPr>
        <a:solidFill>
          <a:schemeClr val="dk1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6"/>
          <p:cNvSpPr txBox="1"/>
          <p:nvPr/>
        </p:nvSpPr>
        <p:spPr>
          <a:xfrm>
            <a:off x="11400" y="41045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11400" y="27761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79" name="Google Shape;179;p26"/>
          <p:cNvSpPr txBox="1">
            <a:spLocks noGrp="1"/>
          </p:cNvSpPr>
          <p:nvPr>
            <p:ph type="title"/>
          </p:nvPr>
        </p:nvSpPr>
        <p:spPr>
          <a:xfrm>
            <a:off x="7226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0" name="Google Shape;180;p26"/>
          <p:cNvSpPr txBox="1">
            <a:spLocks noGrp="1"/>
          </p:cNvSpPr>
          <p:nvPr>
            <p:ph type="subTitle" idx="1"/>
          </p:nvPr>
        </p:nvSpPr>
        <p:spPr>
          <a:xfrm>
            <a:off x="722675" y="278125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1" name="Google Shape;181;p26"/>
          <p:cNvSpPr txBox="1">
            <a:spLocks noGrp="1"/>
          </p:cNvSpPr>
          <p:nvPr>
            <p:ph type="title" idx="2"/>
          </p:nvPr>
        </p:nvSpPr>
        <p:spPr>
          <a:xfrm>
            <a:off x="34064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26"/>
          <p:cNvSpPr txBox="1">
            <a:spLocks noGrp="1"/>
          </p:cNvSpPr>
          <p:nvPr>
            <p:ph type="subTitle" idx="3"/>
          </p:nvPr>
        </p:nvSpPr>
        <p:spPr>
          <a:xfrm>
            <a:off x="3406475" y="278125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3" name="Google Shape;183;p26"/>
          <p:cNvSpPr txBox="1">
            <a:spLocks noGrp="1"/>
          </p:cNvSpPr>
          <p:nvPr>
            <p:ph type="title" idx="4"/>
          </p:nvPr>
        </p:nvSpPr>
        <p:spPr>
          <a:xfrm>
            <a:off x="60902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sz="25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4" name="Google Shape;184;p26"/>
          <p:cNvSpPr txBox="1">
            <a:spLocks noGrp="1"/>
          </p:cNvSpPr>
          <p:nvPr>
            <p:ph type="subTitle" idx="5"/>
          </p:nvPr>
        </p:nvSpPr>
        <p:spPr>
          <a:xfrm>
            <a:off x="6090275" y="278125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85" name="Google Shape;185;p26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6" name="Google Shape;186;p26"/>
          <p:cNvSpPr txBox="1">
            <a:spLocks noGrp="1"/>
          </p:cNvSpPr>
          <p:nvPr>
            <p:ph type="title" idx="7"/>
          </p:nvPr>
        </p:nvSpPr>
        <p:spPr>
          <a:xfrm>
            <a:off x="722675" y="3508938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7" name="Google Shape;187;p26"/>
          <p:cNvSpPr txBox="1">
            <a:spLocks noGrp="1"/>
          </p:cNvSpPr>
          <p:nvPr>
            <p:ph type="title" idx="8"/>
          </p:nvPr>
        </p:nvSpPr>
        <p:spPr>
          <a:xfrm>
            <a:off x="3406475" y="3508938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8" name="Google Shape;188;p26"/>
          <p:cNvSpPr txBox="1">
            <a:spLocks noGrp="1"/>
          </p:cNvSpPr>
          <p:nvPr>
            <p:ph type="title" idx="9"/>
          </p:nvPr>
        </p:nvSpPr>
        <p:spPr>
          <a:xfrm>
            <a:off x="6090275" y="3508938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500"/>
              <a:buNone/>
              <a:defRPr sz="2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bg>
      <p:bgPr>
        <a:solidFill>
          <a:schemeClr val="dk1"/>
        </a:solidFill>
        <a:effectLst/>
      </p:bgPr>
    </p:bg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0"/>
          <p:cNvSpPr txBox="1"/>
          <p:nvPr/>
        </p:nvSpPr>
        <p:spPr>
          <a:xfrm rot="5400000">
            <a:off x="-1274000" y="2227883"/>
            <a:ext cx="36825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/(AI)/(AI)/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223" name="Google Shape;223;p30"/>
          <p:cNvSpPr txBox="1"/>
          <p:nvPr/>
        </p:nvSpPr>
        <p:spPr>
          <a:xfrm rot="5400000">
            <a:off x="6769175" y="2380283"/>
            <a:ext cx="36825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/(AI)/(AI)/</a:t>
            </a:r>
            <a:endParaRPr>
              <a:solidFill>
                <a:schemeClr val="hlink"/>
              </a:solidFill>
            </a:endParaRPr>
          </a:p>
        </p:txBody>
      </p:sp>
      <p:sp>
        <p:nvSpPr>
          <p:cNvPr id="224" name="Google Shape;224;p30"/>
          <p:cNvSpPr txBox="1">
            <a:spLocks noGrp="1"/>
          </p:cNvSpPr>
          <p:nvPr>
            <p:ph type="title"/>
          </p:nvPr>
        </p:nvSpPr>
        <p:spPr>
          <a:xfrm>
            <a:off x="720000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5" name="Google Shape;225;p30"/>
          <p:cNvSpPr txBox="1">
            <a:spLocks noGrp="1"/>
          </p:cNvSpPr>
          <p:nvPr>
            <p:ph type="subTitle" idx="1"/>
          </p:nvPr>
        </p:nvSpPr>
        <p:spPr>
          <a:xfrm>
            <a:off x="720000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30"/>
          <p:cNvSpPr txBox="1">
            <a:spLocks noGrp="1"/>
          </p:cNvSpPr>
          <p:nvPr>
            <p:ph type="title" idx="2"/>
          </p:nvPr>
        </p:nvSpPr>
        <p:spPr>
          <a:xfrm>
            <a:off x="3419269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7" name="Google Shape;227;p30"/>
          <p:cNvSpPr txBox="1">
            <a:spLocks noGrp="1"/>
          </p:cNvSpPr>
          <p:nvPr>
            <p:ph type="subTitle" idx="3"/>
          </p:nvPr>
        </p:nvSpPr>
        <p:spPr>
          <a:xfrm>
            <a:off x="3419269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30"/>
          <p:cNvSpPr txBox="1">
            <a:spLocks noGrp="1"/>
          </p:cNvSpPr>
          <p:nvPr>
            <p:ph type="title" idx="4"/>
          </p:nvPr>
        </p:nvSpPr>
        <p:spPr>
          <a:xfrm>
            <a:off x="720000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29" name="Google Shape;229;p30"/>
          <p:cNvSpPr txBox="1">
            <a:spLocks noGrp="1"/>
          </p:cNvSpPr>
          <p:nvPr>
            <p:ph type="subTitle" idx="5"/>
          </p:nvPr>
        </p:nvSpPr>
        <p:spPr>
          <a:xfrm>
            <a:off x="720000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title" idx="6"/>
          </p:nvPr>
        </p:nvSpPr>
        <p:spPr>
          <a:xfrm>
            <a:off x="3419269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subTitle" idx="7"/>
          </p:nvPr>
        </p:nvSpPr>
        <p:spPr>
          <a:xfrm>
            <a:off x="3419269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title" idx="8"/>
          </p:nvPr>
        </p:nvSpPr>
        <p:spPr>
          <a:xfrm>
            <a:off x="6118545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subTitle" idx="9"/>
          </p:nvPr>
        </p:nvSpPr>
        <p:spPr>
          <a:xfrm>
            <a:off x="6118545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title" idx="13"/>
          </p:nvPr>
        </p:nvSpPr>
        <p:spPr>
          <a:xfrm>
            <a:off x="6118545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35" name="Google Shape;235;p30"/>
          <p:cNvSpPr txBox="1">
            <a:spLocks noGrp="1"/>
          </p:cNvSpPr>
          <p:nvPr>
            <p:ph type="subTitle" idx="14"/>
          </p:nvPr>
        </p:nvSpPr>
        <p:spPr>
          <a:xfrm>
            <a:off x="6118545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6" name="Google Shape;236;p30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solidFill>
          <a:schemeClr val="dk1"/>
        </a:solidFill>
        <a:effectLst/>
      </p:bgPr>
    </p:bg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33"/>
          <p:cNvGrpSpPr/>
          <p:nvPr/>
        </p:nvGrpSpPr>
        <p:grpSpPr>
          <a:xfrm>
            <a:off x="-457433" y="534990"/>
            <a:ext cx="2192659" cy="557097"/>
            <a:chOff x="2641350" y="846250"/>
            <a:chExt cx="413600" cy="105075"/>
          </a:xfrm>
        </p:grpSpPr>
        <p:sp>
          <p:nvSpPr>
            <p:cNvPr id="260" name="Google Shape;260;p3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4" name="Google Shape;264;p33"/>
          <p:cNvGrpSpPr/>
          <p:nvPr/>
        </p:nvGrpSpPr>
        <p:grpSpPr>
          <a:xfrm>
            <a:off x="2881200" y="4514854"/>
            <a:ext cx="3397850" cy="187275"/>
            <a:chOff x="-3237675" y="-1132050"/>
            <a:chExt cx="3397850" cy="187275"/>
          </a:xfrm>
        </p:grpSpPr>
        <p:sp>
          <p:nvSpPr>
            <p:cNvPr id="265" name="Google Shape;265;p33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3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3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3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3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3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3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3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33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4" name="Google Shape;274;p33"/>
          <p:cNvSpPr txBox="1"/>
          <p:nvPr/>
        </p:nvSpPr>
        <p:spPr>
          <a:xfrm>
            <a:off x="7751741" y="0"/>
            <a:ext cx="23706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accent3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solidFill>
          <a:schemeClr val="accent1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/>
        </p:nvSpPr>
        <p:spPr>
          <a:xfrm>
            <a:off x="11400" y="2656728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22675" y="3985092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8" name="Google Shape;278;p34"/>
          <p:cNvSpPr txBox="1"/>
          <p:nvPr/>
        </p:nvSpPr>
        <p:spPr>
          <a:xfrm>
            <a:off x="11400" y="1328364"/>
            <a:ext cx="912120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79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ARTIFICIAL INTELLIGENCE (AI)</a:t>
            </a:r>
            <a:endParaRPr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708150" y="535050"/>
            <a:ext cx="7720800" cy="407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80" name="Google Shape;280;p34"/>
          <p:cNvGrpSpPr/>
          <p:nvPr/>
        </p:nvGrpSpPr>
        <p:grpSpPr>
          <a:xfrm>
            <a:off x="419564" y="436857"/>
            <a:ext cx="772605" cy="196301"/>
            <a:chOff x="2641350" y="846250"/>
            <a:chExt cx="413600" cy="105075"/>
          </a:xfrm>
        </p:grpSpPr>
        <p:sp>
          <p:nvSpPr>
            <p:cNvPr id="281" name="Google Shape;281;p34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34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34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34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5" name="Google Shape;285;p34"/>
          <p:cNvGrpSpPr/>
          <p:nvPr/>
        </p:nvGrpSpPr>
        <p:grpSpPr>
          <a:xfrm>
            <a:off x="7959731" y="436857"/>
            <a:ext cx="772605" cy="196301"/>
            <a:chOff x="2641350" y="846250"/>
            <a:chExt cx="413600" cy="105075"/>
          </a:xfrm>
        </p:grpSpPr>
        <p:sp>
          <p:nvSpPr>
            <p:cNvPr id="286" name="Google Shape;286;p34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34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4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34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500"/>
              <a:buFont typeface="Bebas Neue"/>
              <a:buNone/>
              <a:defRPr sz="35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5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●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○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■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●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○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■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●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○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aleway Medium"/>
              <a:buChar char="■"/>
              <a:defRPr>
                <a:solidFill>
                  <a:schemeClr val="dk2"/>
                </a:solidFill>
                <a:latin typeface="Raleway Medium"/>
                <a:ea typeface="Raleway Medium"/>
                <a:cs typeface="Raleway Medium"/>
                <a:sym typeface="Raleway Medium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1" r:id="rId3"/>
    <p:sldLayoutId id="2147483652" r:id="rId4"/>
    <p:sldLayoutId id="2147483654" r:id="rId5"/>
    <p:sldLayoutId id="2147483655" r:id="rId6"/>
    <p:sldLayoutId id="2147483658" r:id="rId7"/>
    <p:sldLayoutId id="2147483659" r:id="rId8"/>
    <p:sldLayoutId id="2147483661" r:id="rId9"/>
    <p:sldLayoutId id="2147483662" r:id="rId10"/>
    <p:sldLayoutId id="2147483668" r:id="rId11"/>
    <p:sldLayoutId id="2147483671" r:id="rId12"/>
    <p:sldLayoutId id="2147483672" r:id="rId13"/>
    <p:sldLayoutId id="2147483676" r:id="rId14"/>
    <p:sldLayoutId id="2147483679" r:id="rId15"/>
    <p:sldLayoutId id="2147483680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qrU20FtYThQ_xjnAipctgJ_fO_zXgxy_ovkLUYqWrdM/copy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Relationship Id="rId5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chatgpt.com/c/690c563c-77ac-832f-8422-a48e11703e57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emini.google.com/?hl=ro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8"/>
          <p:cNvSpPr txBox="1">
            <a:spLocks noGrp="1"/>
          </p:cNvSpPr>
          <p:nvPr>
            <p:ph type="ctrTitle"/>
          </p:nvPr>
        </p:nvSpPr>
        <p:spPr>
          <a:xfrm>
            <a:off x="2721450" y="1155575"/>
            <a:ext cx="5921265" cy="187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Sistem de predictie al riscului de accident</a:t>
            </a:r>
            <a:endParaRPr dirty="0"/>
          </a:p>
        </p:txBody>
      </p:sp>
      <p:sp>
        <p:nvSpPr>
          <p:cNvPr id="301" name="Google Shape;301;p38"/>
          <p:cNvSpPr txBox="1">
            <a:spLocks noGrp="1"/>
          </p:cNvSpPr>
          <p:nvPr>
            <p:ph type="subTitle" idx="1"/>
          </p:nvPr>
        </p:nvSpPr>
        <p:spPr>
          <a:xfrm>
            <a:off x="2778150" y="3041885"/>
            <a:ext cx="49905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Proiect Retele Neuronale</a:t>
            </a:r>
            <a:endParaRPr dirty="0"/>
          </a:p>
        </p:txBody>
      </p:sp>
      <p:grpSp>
        <p:nvGrpSpPr>
          <p:cNvPr id="302" name="Google Shape;302;p38"/>
          <p:cNvGrpSpPr/>
          <p:nvPr/>
        </p:nvGrpSpPr>
        <p:grpSpPr>
          <a:xfrm>
            <a:off x="-971520" y="1413192"/>
            <a:ext cx="3692970" cy="3912200"/>
            <a:chOff x="411650" y="2156650"/>
            <a:chExt cx="2413075" cy="2556325"/>
          </a:xfrm>
        </p:grpSpPr>
        <p:sp>
          <p:nvSpPr>
            <p:cNvPr id="303" name="Google Shape;303;p38"/>
            <p:cNvSpPr/>
            <p:nvPr/>
          </p:nvSpPr>
          <p:spPr>
            <a:xfrm>
              <a:off x="1503675" y="2736975"/>
              <a:ext cx="253225" cy="253225"/>
            </a:xfrm>
            <a:custGeom>
              <a:avLst/>
              <a:gdLst/>
              <a:ahLst/>
              <a:cxnLst/>
              <a:rect l="l" t="t" r="r" b="b"/>
              <a:pathLst>
                <a:path w="10129" h="10129" extrusionOk="0">
                  <a:moveTo>
                    <a:pt x="5075" y="0"/>
                  </a:moveTo>
                  <a:cubicBezTo>
                    <a:pt x="2274" y="0"/>
                    <a:pt x="0" y="2274"/>
                    <a:pt x="0" y="5075"/>
                  </a:cubicBezTo>
                  <a:cubicBezTo>
                    <a:pt x="0" y="7855"/>
                    <a:pt x="2274" y="10129"/>
                    <a:pt x="5075" y="10129"/>
                  </a:cubicBezTo>
                  <a:cubicBezTo>
                    <a:pt x="7876" y="10129"/>
                    <a:pt x="10129" y="7855"/>
                    <a:pt x="10129" y="5075"/>
                  </a:cubicBezTo>
                  <a:cubicBezTo>
                    <a:pt x="10129" y="2274"/>
                    <a:pt x="7876" y="0"/>
                    <a:pt x="5075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8"/>
            <p:cNvSpPr/>
            <p:nvPr/>
          </p:nvSpPr>
          <p:spPr>
            <a:xfrm>
              <a:off x="1984225" y="2412200"/>
              <a:ext cx="123325" cy="123350"/>
            </a:xfrm>
            <a:custGeom>
              <a:avLst/>
              <a:gdLst/>
              <a:ahLst/>
              <a:cxnLst/>
              <a:rect l="l" t="t" r="r" b="b"/>
              <a:pathLst>
                <a:path w="4933" h="4934" extrusionOk="0">
                  <a:moveTo>
                    <a:pt x="2476" y="1"/>
                  </a:moveTo>
                  <a:cubicBezTo>
                    <a:pt x="1096" y="1"/>
                    <a:pt x="0" y="1097"/>
                    <a:pt x="0" y="2477"/>
                  </a:cubicBezTo>
                  <a:cubicBezTo>
                    <a:pt x="0" y="3837"/>
                    <a:pt x="1096" y="4933"/>
                    <a:pt x="2476" y="4933"/>
                  </a:cubicBezTo>
                  <a:cubicBezTo>
                    <a:pt x="3836" y="4933"/>
                    <a:pt x="4932" y="3837"/>
                    <a:pt x="4932" y="2477"/>
                  </a:cubicBezTo>
                  <a:cubicBezTo>
                    <a:pt x="4932" y="1097"/>
                    <a:pt x="3836" y="1"/>
                    <a:pt x="2476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8"/>
            <p:cNvSpPr/>
            <p:nvPr/>
          </p:nvSpPr>
          <p:spPr>
            <a:xfrm>
              <a:off x="2395250" y="2199600"/>
              <a:ext cx="123825" cy="123825"/>
            </a:xfrm>
            <a:custGeom>
              <a:avLst/>
              <a:gdLst/>
              <a:ahLst/>
              <a:cxnLst/>
              <a:rect l="l" t="t" r="r" b="b"/>
              <a:pathLst>
                <a:path w="4953" h="4953" extrusionOk="0">
                  <a:moveTo>
                    <a:pt x="2477" y="0"/>
                  </a:moveTo>
                  <a:cubicBezTo>
                    <a:pt x="1117" y="0"/>
                    <a:pt x="0" y="1117"/>
                    <a:pt x="0" y="2476"/>
                  </a:cubicBezTo>
                  <a:cubicBezTo>
                    <a:pt x="0" y="3836"/>
                    <a:pt x="1117" y="4953"/>
                    <a:pt x="2477" y="4953"/>
                  </a:cubicBezTo>
                  <a:cubicBezTo>
                    <a:pt x="3836" y="4953"/>
                    <a:pt x="4953" y="3836"/>
                    <a:pt x="4953" y="2476"/>
                  </a:cubicBezTo>
                  <a:cubicBezTo>
                    <a:pt x="4953" y="1117"/>
                    <a:pt x="3836" y="0"/>
                    <a:pt x="247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8"/>
            <p:cNvSpPr/>
            <p:nvPr/>
          </p:nvSpPr>
          <p:spPr>
            <a:xfrm>
              <a:off x="2580975" y="3149000"/>
              <a:ext cx="109625" cy="109650"/>
            </a:xfrm>
            <a:custGeom>
              <a:avLst/>
              <a:gdLst/>
              <a:ahLst/>
              <a:cxnLst/>
              <a:rect l="l" t="t" r="r" b="b"/>
              <a:pathLst>
                <a:path w="4385" h="4386" extrusionOk="0">
                  <a:moveTo>
                    <a:pt x="2192" y="1"/>
                  </a:moveTo>
                  <a:cubicBezTo>
                    <a:pt x="974" y="1"/>
                    <a:pt x="0" y="975"/>
                    <a:pt x="0" y="2193"/>
                  </a:cubicBezTo>
                  <a:cubicBezTo>
                    <a:pt x="0" y="3411"/>
                    <a:pt x="974" y="4385"/>
                    <a:pt x="2192" y="4385"/>
                  </a:cubicBezTo>
                  <a:cubicBezTo>
                    <a:pt x="3410" y="4385"/>
                    <a:pt x="4384" y="3411"/>
                    <a:pt x="4384" y="2193"/>
                  </a:cubicBezTo>
                  <a:cubicBezTo>
                    <a:pt x="4384" y="975"/>
                    <a:pt x="3410" y="1"/>
                    <a:pt x="21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8"/>
            <p:cNvSpPr/>
            <p:nvPr/>
          </p:nvSpPr>
          <p:spPr>
            <a:xfrm>
              <a:off x="2544425" y="3129725"/>
              <a:ext cx="115725" cy="121300"/>
            </a:xfrm>
            <a:custGeom>
              <a:avLst/>
              <a:gdLst/>
              <a:ahLst/>
              <a:cxnLst/>
              <a:rect l="l" t="t" r="r" b="b"/>
              <a:pathLst>
                <a:path w="4629" h="4852" extrusionOk="0">
                  <a:moveTo>
                    <a:pt x="163" y="1"/>
                  </a:moveTo>
                  <a:cubicBezTo>
                    <a:pt x="163" y="1"/>
                    <a:pt x="1" y="2660"/>
                    <a:pt x="143" y="2944"/>
                  </a:cubicBezTo>
                  <a:cubicBezTo>
                    <a:pt x="285" y="3228"/>
                    <a:pt x="4121" y="4852"/>
                    <a:pt x="4121" y="4852"/>
                  </a:cubicBezTo>
                  <a:lnTo>
                    <a:pt x="4629" y="1624"/>
                  </a:lnTo>
                  <a:lnTo>
                    <a:pt x="16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8"/>
            <p:cNvSpPr/>
            <p:nvPr/>
          </p:nvSpPr>
          <p:spPr>
            <a:xfrm>
              <a:off x="2480500" y="2812575"/>
              <a:ext cx="67500" cy="114200"/>
            </a:xfrm>
            <a:custGeom>
              <a:avLst/>
              <a:gdLst/>
              <a:ahLst/>
              <a:cxnLst/>
              <a:rect l="l" t="t" r="r" b="b"/>
              <a:pathLst>
                <a:path w="2700" h="4568" extrusionOk="0">
                  <a:moveTo>
                    <a:pt x="569" y="1"/>
                  </a:moveTo>
                  <a:lnTo>
                    <a:pt x="0" y="4568"/>
                  </a:lnTo>
                  <a:lnTo>
                    <a:pt x="2700" y="2721"/>
                  </a:lnTo>
                  <a:lnTo>
                    <a:pt x="56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8"/>
            <p:cNvSpPr/>
            <p:nvPr/>
          </p:nvSpPr>
          <p:spPr>
            <a:xfrm>
              <a:off x="2403350" y="2218375"/>
              <a:ext cx="143650" cy="198925"/>
            </a:xfrm>
            <a:custGeom>
              <a:avLst/>
              <a:gdLst/>
              <a:ahLst/>
              <a:cxnLst/>
              <a:rect l="l" t="t" r="r" b="b"/>
              <a:pathLst>
                <a:path w="5746" h="7957" extrusionOk="0">
                  <a:moveTo>
                    <a:pt x="3614" y="0"/>
                  </a:moveTo>
                  <a:lnTo>
                    <a:pt x="1" y="1401"/>
                  </a:lnTo>
                  <a:lnTo>
                    <a:pt x="3391" y="7957"/>
                  </a:lnTo>
                  <a:lnTo>
                    <a:pt x="5745" y="6942"/>
                  </a:lnTo>
                  <a:lnTo>
                    <a:pt x="361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8"/>
            <p:cNvSpPr/>
            <p:nvPr/>
          </p:nvSpPr>
          <p:spPr>
            <a:xfrm>
              <a:off x="1996900" y="2436050"/>
              <a:ext cx="212125" cy="222300"/>
            </a:xfrm>
            <a:custGeom>
              <a:avLst/>
              <a:gdLst/>
              <a:ahLst/>
              <a:cxnLst/>
              <a:rect l="l" t="t" r="r" b="b"/>
              <a:pathLst>
                <a:path w="8485" h="8892" extrusionOk="0">
                  <a:moveTo>
                    <a:pt x="3025" y="1"/>
                  </a:moveTo>
                  <a:lnTo>
                    <a:pt x="1" y="2071"/>
                  </a:lnTo>
                  <a:lnTo>
                    <a:pt x="5785" y="8891"/>
                  </a:lnTo>
                  <a:lnTo>
                    <a:pt x="8485" y="6760"/>
                  </a:lnTo>
                  <a:lnTo>
                    <a:pt x="302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8"/>
            <p:cNvSpPr/>
            <p:nvPr/>
          </p:nvSpPr>
          <p:spPr>
            <a:xfrm>
              <a:off x="1012475" y="3482900"/>
              <a:ext cx="399875" cy="387200"/>
            </a:xfrm>
            <a:custGeom>
              <a:avLst/>
              <a:gdLst/>
              <a:ahLst/>
              <a:cxnLst/>
              <a:rect l="l" t="t" r="r" b="b"/>
              <a:pathLst>
                <a:path w="15995" h="15488" extrusionOk="0">
                  <a:moveTo>
                    <a:pt x="2091" y="1"/>
                  </a:moveTo>
                  <a:lnTo>
                    <a:pt x="0" y="3147"/>
                  </a:lnTo>
                  <a:lnTo>
                    <a:pt x="15447" y="15488"/>
                  </a:lnTo>
                  <a:lnTo>
                    <a:pt x="15995" y="15163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38"/>
            <p:cNvSpPr/>
            <p:nvPr/>
          </p:nvSpPr>
          <p:spPr>
            <a:xfrm>
              <a:off x="1875125" y="2834400"/>
              <a:ext cx="613000" cy="789675"/>
            </a:xfrm>
            <a:custGeom>
              <a:avLst/>
              <a:gdLst/>
              <a:ahLst/>
              <a:cxnLst/>
              <a:rect l="l" t="t" r="r" b="b"/>
              <a:pathLst>
                <a:path w="24520" h="31587" extrusionOk="0">
                  <a:moveTo>
                    <a:pt x="11265" y="0"/>
                  </a:moveTo>
                  <a:lnTo>
                    <a:pt x="0" y="15427"/>
                  </a:lnTo>
                  <a:lnTo>
                    <a:pt x="13823" y="22247"/>
                  </a:lnTo>
                  <a:cubicBezTo>
                    <a:pt x="13823" y="22247"/>
                    <a:pt x="12057" y="24682"/>
                    <a:pt x="10656" y="27159"/>
                  </a:cubicBezTo>
                  <a:cubicBezTo>
                    <a:pt x="9362" y="29415"/>
                    <a:pt x="9617" y="31587"/>
                    <a:pt x="10656" y="31587"/>
                  </a:cubicBezTo>
                  <a:cubicBezTo>
                    <a:pt x="10757" y="31587"/>
                    <a:pt x="10866" y="31566"/>
                    <a:pt x="10981" y="31523"/>
                  </a:cubicBezTo>
                  <a:cubicBezTo>
                    <a:pt x="12280" y="31056"/>
                    <a:pt x="17862" y="26651"/>
                    <a:pt x="17862" y="26651"/>
                  </a:cubicBezTo>
                  <a:lnTo>
                    <a:pt x="24520" y="18877"/>
                  </a:lnTo>
                  <a:lnTo>
                    <a:pt x="1126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38"/>
            <p:cNvSpPr/>
            <p:nvPr/>
          </p:nvSpPr>
          <p:spPr>
            <a:xfrm>
              <a:off x="2149650" y="3482900"/>
              <a:ext cx="165450" cy="139575"/>
            </a:xfrm>
            <a:custGeom>
              <a:avLst/>
              <a:gdLst/>
              <a:ahLst/>
              <a:cxnLst/>
              <a:rect l="l" t="t" r="r" b="b"/>
              <a:pathLst>
                <a:path w="6618" h="5583" extrusionOk="0">
                  <a:moveTo>
                    <a:pt x="6374" y="1"/>
                  </a:moveTo>
                  <a:lnTo>
                    <a:pt x="0" y="5583"/>
                  </a:lnTo>
                  <a:cubicBezTo>
                    <a:pt x="1137" y="5177"/>
                    <a:pt x="5521" y="1787"/>
                    <a:pt x="6617" y="914"/>
                  </a:cubicBezTo>
                  <a:lnTo>
                    <a:pt x="637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38"/>
            <p:cNvSpPr/>
            <p:nvPr/>
          </p:nvSpPr>
          <p:spPr>
            <a:xfrm>
              <a:off x="2085200" y="2710575"/>
              <a:ext cx="78175" cy="234475"/>
            </a:xfrm>
            <a:custGeom>
              <a:avLst/>
              <a:gdLst/>
              <a:ahLst/>
              <a:cxnLst/>
              <a:rect l="l" t="t" r="r" b="b"/>
              <a:pathLst>
                <a:path w="3127" h="9379" extrusionOk="0">
                  <a:moveTo>
                    <a:pt x="1056" y="1"/>
                  </a:moveTo>
                  <a:lnTo>
                    <a:pt x="0" y="9378"/>
                  </a:lnTo>
                  <a:lnTo>
                    <a:pt x="3126" y="7917"/>
                  </a:lnTo>
                  <a:lnTo>
                    <a:pt x="105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38"/>
            <p:cNvSpPr/>
            <p:nvPr/>
          </p:nvSpPr>
          <p:spPr>
            <a:xfrm>
              <a:off x="2274225" y="3170325"/>
              <a:ext cx="378825" cy="364075"/>
            </a:xfrm>
            <a:custGeom>
              <a:avLst/>
              <a:gdLst/>
              <a:ahLst/>
              <a:cxnLst/>
              <a:rect l="l" t="t" r="r" b="b"/>
              <a:pathLst>
                <a:path w="15153" h="14563" extrusionOk="0">
                  <a:moveTo>
                    <a:pt x="10728" y="0"/>
                  </a:moveTo>
                  <a:cubicBezTo>
                    <a:pt x="10728" y="0"/>
                    <a:pt x="2182" y="4364"/>
                    <a:pt x="1127" y="6617"/>
                  </a:cubicBezTo>
                  <a:cubicBezTo>
                    <a:pt x="124" y="8758"/>
                    <a:pt x="1" y="14563"/>
                    <a:pt x="1871" y="14563"/>
                  </a:cubicBezTo>
                  <a:cubicBezTo>
                    <a:pt x="1969" y="14563"/>
                    <a:pt x="2073" y="14547"/>
                    <a:pt x="2182" y="14513"/>
                  </a:cubicBezTo>
                  <a:cubicBezTo>
                    <a:pt x="4374" y="13823"/>
                    <a:pt x="15152" y="3715"/>
                    <a:pt x="15152" y="3715"/>
                  </a:cubicBezTo>
                  <a:lnTo>
                    <a:pt x="14016" y="1259"/>
                  </a:lnTo>
                  <a:lnTo>
                    <a:pt x="107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8"/>
            <p:cNvSpPr/>
            <p:nvPr/>
          </p:nvSpPr>
          <p:spPr>
            <a:xfrm>
              <a:off x="2448525" y="2879050"/>
              <a:ext cx="225825" cy="307025"/>
            </a:xfrm>
            <a:custGeom>
              <a:avLst/>
              <a:gdLst/>
              <a:ahLst/>
              <a:cxnLst/>
              <a:rect l="l" t="t" r="r" b="b"/>
              <a:pathLst>
                <a:path w="9033" h="12281" extrusionOk="0">
                  <a:moveTo>
                    <a:pt x="4364" y="1"/>
                  </a:moveTo>
                  <a:lnTo>
                    <a:pt x="0" y="610"/>
                  </a:lnTo>
                  <a:lnTo>
                    <a:pt x="3735" y="10718"/>
                  </a:lnTo>
                  <a:lnTo>
                    <a:pt x="7511" y="12281"/>
                  </a:lnTo>
                  <a:lnTo>
                    <a:pt x="9033" y="11266"/>
                  </a:lnTo>
                  <a:lnTo>
                    <a:pt x="436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8"/>
            <p:cNvSpPr/>
            <p:nvPr/>
          </p:nvSpPr>
          <p:spPr>
            <a:xfrm>
              <a:off x="2569800" y="2920150"/>
              <a:ext cx="104550" cy="250200"/>
            </a:xfrm>
            <a:custGeom>
              <a:avLst/>
              <a:gdLst/>
              <a:ahLst/>
              <a:cxnLst/>
              <a:rect l="l" t="t" r="r" b="b"/>
              <a:pathLst>
                <a:path w="4182" h="10008" extrusionOk="0">
                  <a:moveTo>
                    <a:pt x="1" y="1"/>
                  </a:moveTo>
                  <a:lnTo>
                    <a:pt x="3614" y="10007"/>
                  </a:lnTo>
                  <a:lnTo>
                    <a:pt x="4182" y="9622"/>
                  </a:lnTo>
                  <a:lnTo>
                    <a:pt x="18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8"/>
            <p:cNvSpPr/>
            <p:nvPr/>
          </p:nvSpPr>
          <p:spPr>
            <a:xfrm>
              <a:off x="2409950" y="2812575"/>
              <a:ext cx="168000" cy="168000"/>
            </a:xfrm>
            <a:custGeom>
              <a:avLst/>
              <a:gdLst/>
              <a:ahLst/>
              <a:cxnLst/>
              <a:rect l="l" t="t" r="r" b="b"/>
              <a:pathLst>
                <a:path w="6720" h="6720" extrusionOk="0">
                  <a:moveTo>
                    <a:pt x="3350" y="1"/>
                  </a:moveTo>
                  <a:cubicBezTo>
                    <a:pt x="1503" y="1"/>
                    <a:pt x="1" y="1503"/>
                    <a:pt x="1" y="3370"/>
                  </a:cubicBezTo>
                  <a:cubicBezTo>
                    <a:pt x="1" y="5217"/>
                    <a:pt x="1503" y="6719"/>
                    <a:pt x="3350" y="6719"/>
                  </a:cubicBezTo>
                  <a:cubicBezTo>
                    <a:pt x="5217" y="6719"/>
                    <a:pt x="6719" y="5217"/>
                    <a:pt x="6719" y="3370"/>
                  </a:cubicBezTo>
                  <a:cubicBezTo>
                    <a:pt x="6719" y="1503"/>
                    <a:pt x="5217" y="1"/>
                    <a:pt x="3350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8"/>
            <p:cNvSpPr/>
            <p:nvPr/>
          </p:nvSpPr>
          <p:spPr>
            <a:xfrm>
              <a:off x="2491150" y="2812575"/>
              <a:ext cx="86800" cy="122325"/>
            </a:xfrm>
            <a:custGeom>
              <a:avLst/>
              <a:gdLst/>
              <a:ahLst/>
              <a:cxnLst/>
              <a:rect l="l" t="t" r="r" b="b"/>
              <a:pathLst>
                <a:path w="3472" h="4893" extrusionOk="0">
                  <a:moveTo>
                    <a:pt x="102" y="1"/>
                  </a:moveTo>
                  <a:cubicBezTo>
                    <a:pt x="61" y="1"/>
                    <a:pt x="41" y="21"/>
                    <a:pt x="0" y="21"/>
                  </a:cubicBezTo>
                  <a:cubicBezTo>
                    <a:pt x="1827" y="589"/>
                    <a:pt x="3147" y="2294"/>
                    <a:pt x="3147" y="4304"/>
                  </a:cubicBezTo>
                  <a:cubicBezTo>
                    <a:pt x="3147" y="4507"/>
                    <a:pt x="3126" y="4689"/>
                    <a:pt x="3106" y="4892"/>
                  </a:cubicBezTo>
                  <a:cubicBezTo>
                    <a:pt x="3329" y="4426"/>
                    <a:pt x="3471" y="3918"/>
                    <a:pt x="3471" y="3370"/>
                  </a:cubicBezTo>
                  <a:cubicBezTo>
                    <a:pt x="3471" y="1503"/>
                    <a:pt x="1949" y="1"/>
                    <a:pt x="10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8"/>
            <p:cNvSpPr/>
            <p:nvPr/>
          </p:nvSpPr>
          <p:spPr>
            <a:xfrm>
              <a:off x="2468825" y="3032800"/>
              <a:ext cx="112175" cy="124875"/>
            </a:xfrm>
            <a:custGeom>
              <a:avLst/>
              <a:gdLst/>
              <a:ahLst/>
              <a:cxnLst/>
              <a:rect l="l" t="t" r="r" b="b"/>
              <a:pathLst>
                <a:path w="4487" h="4995" extrusionOk="0">
                  <a:moveTo>
                    <a:pt x="995" y="1"/>
                  </a:moveTo>
                  <a:lnTo>
                    <a:pt x="0" y="2031"/>
                  </a:lnTo>
                  <a:lnTo>
                    <a:pt x="3471" y="4994"/>
                  </a:lnTo>
                  <a:lnTo>
                    <a:pt x="4486" y="2254"/>
                  </a:lnTo>
                  <a:lnTo>
                    <a:pt x="995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8"/>
            <p:cNvSpPr/>
            <p:nvPr/>
          </p:nvSpPr>
          <p:spPr>
            <a:xfrm>
              <a:off x="2241375" y="3068325"/>
              <a:ext cx="320675" cy="284350"/>
            </a:xfrm>
            <a:custGeom>
              <a:avLst/>
              <a:gdLst/>
              <a:ahLst/>
              <a:cxnLst/>
              <a:rect l="l" t="t" r="r" b="b"/>
              <a:pathLst>
                <a:path w="12827" h="11374" extrusionOk="0">
                  <a:moveTo>
                    <a:pt x="9078" y="1"/>
                  </a:moveTo>
                  <a:cubicBezTo>
                    <a:pt x="9078" y="1"/>
                    <a:pt x="1974" y="3187"/>
                    <a:pt x="918" y="5968"/>
                  </a:cubicBezTo>
                  <a:cubicBezTo>
                    <a:pt x="1" y="8323"/>
                    <a:pt x="974" y="11373"/>
                    <a:pt x="2250" y="11373"/>
                  </a:cubicBezTo>
                  <a:cubicBezTo>
                    <a:pt x="2470" y="11373"/>
                    <a:pt x="2698" y="11283"/>
                    <a:pt x="2928" y="11083"/>
                  </a:cubicBezTo>
                  <a:cubicBezTo>
                    <a:pt x="4494" y="9758"/>
                    <a:pt x="12115" y="4383"/>
                    <a:pt x="12557" y="4383"/>
                  </a:cubicBezTo>
                  <a:cubicBezTo>
                    <a:pt x="12562" y="4383"/>
                    <a:pt x="12566" y="4384"/>
                    <a:pt x="12569" y="4385"/>
                  </a:cubicBezTo>
                  <a:cubicBezTo>
                    <a:pt x="12576" y="4387"/>
                    <a:pt x="12583" y="4389"/>
                    <a:pt x="12589" y="4389"/>
                  </a:cubicBezTo>
                  <a:cubicBezTo>
                    <a:pt x="12826" y="4389"/>
                    <a:pt x="12285" y="2457"/>
                    <a:pt x="12285" y="2457"/>
                  </a:cubicBezTo>
                  <a:lnTo>
                    <a:pt x="9078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8"/>
            <p:cNvSpPr/>
            <p:nvPr/>
          </p:nvSpPr>
          <p:spPr>
            <a:xfrm>
              <a:off x="2127325" y="3042950"/>
              <a:ext cx="143625" cy="232950"/>
            </a:xfrm>
            <a:custGeom>
              <a:avLst/>
              <a:gdLst/>
              <a:ahLst/>
              <a:cxnLst/>
              <a:rect l="l" t="t" r="r" b="b"/>
              <a:pathLst>
                <a:path w="5745" h="9318" extrusionOk="0">
                  <a:moveTo>
                    <a:pt x="1624" y="1"/>
                  </a:moveTo>
                  <a:lnTo>
                    <a:pt x="0" y="1016"/>
                  </a:lnTo>
                  <a:lnTo>
                    <a:pt x="3512" y="9317"/>
                  </a:lnTo>
                  <a:lnTo>
                    <a:pt x="5744" y="8018"/>
                  </a:lnTo>
                  <a:lnTo>
                    <a:pt x="162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3" name="Google Shape;323;p38"/>
            <p:cNvSpPr/>
            <p:nvPr/>
          </p:nvSpPr>
          <p:spPr>
            <a:xfrm>
              <a:off x="2457150" y="2908475"/>
              <a:ext cx="146675" cy="203000"/>
            </a:xfrm>
            <a:custGeom>
              <a:avLst/>
              <a:gdLst/>
              <a:ahLst/>
              <a:cxnLst/>
              <a:rect l="l" t="t" r="r" b="b"/>
              <a:pathLst>
                <a:path w="5867" h="8120" extrusionOk="0">
                  <a:moveTo>
                    <a:pt x="2213" y="1"/>
                  </a:moveTo>
                  <a:lnTo>
                    <a:pt x="1" y="1645"/>
                  </a:lnTo>
                  <a:lnTo>
                    <a:pt x="447" y="6395"/>
                  </a:lnTo>
                  <a:lnTo>
                    <a:pt x="3938" y="8120"/>
                  </a:lnTo>
                  <a:lnTo>
                    <a:pt x="5867" y="6395"/>
                  </a:lnTo>
                  <a:lnTo>
                    <a:pt x="4628" y="1401"/>
                  </a:lnTo>
                  <a:lnTo>
                    <a:pt x="2213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8"/>
            <p:cNvSpPr/>
            <p:nvPr/>
          </p:nvSpPr>
          <p:spPr>
            <a:xfrm>
              <a:off x="2103975" y="2658325"/>
              <a:ext cx="396850" cy="351675"/>
            </a:xfrm>
            <a:custGeom>
              <a:avLst/>
              <a:gdLst/>
              <a:ahLst/>
              <a:cxnLst/>
              <a:rect l="l" t="t" r="r" b="b"/>
              <a:pathLst>
                <a:path w="15874" h="14067" extrusionOk="0">
                  <a:moveTo>
                    <a:pt x="0" y="0"/>
                  </a:moveTo>
                  <a:lnTo>
                    <a:pt x="1502" y="10311"/>
                  </a:lnTo>
                  <a:lnTo>
                    <a:pt x="10961" y="14066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8"/>
            <p:cNvSpPr/>
            <p:nvPr/>
          </p:nvSpPr>
          <p:spPr>
            <a:xfrm>
              <a:off x="2103975" y="2658325"/>
              <a:ext cx="396850" cy="231925"/>
            </a:xfrm>
            <a:custGeom>
              <a:avLst/>
              <a:gdLst/>
              <a:ahLst/>
              <a:cxnLst/>
              <a:rect l="l" t="t" r="r" b="b"/>
              <a:pathLst>
                <a:path w="15874" h="9277" extrusionOk="0">
                  <a:moveTo>
                    <a:pt x="0" y="0"/>
                  </a:moveTo>
                  <a:lnTo>
                    <a:pt x="305" y="2091"/>
                  </a:lnTo>
                  <a:lnTo>
                    <a:pt x="14594" y="6780"/>
                  </a:lnTo>
                  <a:lnTo>
                    <a:pt x="15873" y="9276"/>
                  </a:lnTo>
                  <a:lnTo>
                    <a:pt x="15589" y="56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6" name="Google Shape;326;p38"/>
            <p:cNvSpPr/>
            <p:nvPr/>
          </p:nvSpPr>
          <p:spPr>
            <a:xfrm>
              <a:off x="2128325" y="2827800"/>
              <a:ext cx="303475" cy="182200"/>
            </a:xfrm>
            <a:custGeom>
              <a:avLst/>
              <a:gdLst/>
              <a:ahLst/>
              <a:cxnLst/>
              <a:rect l="l" t="t" r="r" b="b"/>
              <a:pathLst>
                <a:path w="12139" h="7288" extrusionOk="0">
                  <a:moveTo>
                    <a:pt x="1" y="1"/>
                  </a:moveTo>
                  <a:lnTo>
                    <a:pt x="528" y="3532"/>
                  </a:lnTo>
                  <a:lnTo>
                    <a:pt x="9987" y="7287"/>
                  </a:lnTo>
                  <a:lnTo>
                    <a:pt x="12139" y="531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7" name="Google Shape;327;p38"/>
            <p:cNvSpPr/>
            <p:nvPr/>
          </p:nvSpPr>
          <p:spPr>
            <a:xfrm>
              <a:off x="1742675" y="2677100"/>
              <a:ext cx="369950" cy="586100"/>
            </a:xfrm>
            <a:custGeom>
              <a:avLst/>
              <a:gdLst/>
              <a:ahLst/>
              <a:cxnLst/>
              <a:rect l="l" t="t" r="r" b="b"/>
              <a:pathLst>
                <a:path w="14798" h="23444" extrusionOk="0">
                  <a:moveTo>
                    <a:pt x="14797" y="0"/>
                  </a:moveTo>
                  <a:lnTo>
                    <a:pt x="0" y="13803"/>
                  </a:lnTo>
                  <a:lnTo>
                    <a:pt x="3126" y="23444"/>
                  </a:lnTo>
                  <a:lnTo>
                    <a:pt x="7511" y="21922"/>
                  </a:lnTo>
                  <a:lnTo>
                    <a:pt x="14757" y="10250"/>
                  </a:lnTo>
                  <a:lnTo>
                    <a:pt x="14797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8" name="Google Shape;328;p38"/>
            <p:cNvSpPr/>
            <p:nvPr/>
          </p:nvSpPr>
          <p:spPr>
            <a:xfrm>
              <a:off x="1803050" y="2812575"/>
              <a:ext cx="308550" cy="450625"/>
            </a:xfrm>
            <a:custGeom>
              <a:avLst/>
              <a:gdLst/>
              <a:ahLst/>
              <a:cxnLst/>
              <a:rect l="l" t="t" r="r" b="b"/>
              <a:pathLst>
                <a:path w="12342" h="18025" extrusionOk="0">
                  <a:moveTo>
                    <a:pt x="12342" y="1"/>
                  </a:moveTo>
                  <a:lnTo>
                    <a:pt x="1" y="15873"/>
                  </a:lnTo>
                  <a:lnTo>
                    <a:pt x="711" y="18025"/>
                  </a:lnTo>
                  <a:lnTo>
                    <a:pt x="5096" y="16503"/>
                  </a:lnTo>
                  <a:lnTo>
                    <a:pt x="12342" y="4831"/>
                  </a:lnTo>
                  <a:lnTo>
                    <a:pt x="12342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9" name="Google Shape;329;p38"/>
            <p:cNvSpPr/>
            <p:nvPr/>
          </p:nvSpPr>
          <p:spPr>
            <a:xfrm>
              <a:off x="1609225" y="2745100"/>
              <a:ext cx="220750" cy="260850"/>
            </a:xfrm>
            <a:custGeom>
              <a:avLst/>
              <a:gdLst/>
              <a:ahLst/>
              <a:cxnLst/>
              <a:rect l="l" t="t" r="r" b="b"/>
              <a:pathLst>
                <a:path w="8830" h="10434" extrusionOk="0">
                  <a:moveTo>
                    <a:pt x="2619" y="0"/>
                  </a:moveTo>
                  <a:lnTo>
                    <a:pt x="0" y="3552"/>
                  </a:lnTo>
                  <a:lnTo>
                    <a:pt x="8282" y="10433"/>
                  </a:lnTo>
                  <a:lnTo>
                    <a:pt x="8830" y="9804"/>
                  </a:lnTo>
                  <a:lnTo>
                    <a:pt x="2619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38"/>
            <p:cNvSpPr/>
            <p:nvPr/>
          </p:nvSpPr>
          <p:spPr>
            <a:xfrm>
              <a:off x="411650" y="3545825"/>
              <a:ext cx="987000" cy="1167150"/>
            </a:xfrm>
            <a:custGeom>
              <a:avLst/>
              <a:gdLst/>
              <a:ahLst/>
              <a:cxnLst/>
              <a:rect l="l" t="t" r="r" b="b"/>
              <a:pathLst>
                <a:path w="39480" h="46686" extrusionOk="0">
                  <a:moveTo>
                    <a:pt x="23242" y="1"/>
                  </a:moveTo>
                  <a:lnTo>
                    <a:pt x="1" y="35176"/>
                  </a:lnTo>
                  <a:lnTo>
                    <a:pt x="31462" y="46685"/>
                  </a:lnTo>
                  <a:lnTo>
                    <a:pt x="39480" y="12971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38"/>
            <p:cNvSpPr/>
            <p:nvPr/>
          </p:nvSpPr>
          <p:spPr>
            <a:xfrm>
              <a:off x="1038350" y="2851750"/>
              <a:ext cx="958575" cy="1010250"/>
            </a:xfrm>
            <a:custGeom>
              <a:avLst/>
              <a:gdLst/>
              <a:ahLst/>
              <a:cxnLst/>
              <a:rect l="l" t="t" r="r" b="b"/>
              <a:pathLst>
                <a:path w="38343" h="40410" extrusionOk="0">
                  <a:moveTo>
                    <a:pt x="20910" y="0"/>
                  </a:moveTo>
                  <a:cubicBezTo>
                    <a:pt x="20694" y="0"/>
                    <a:pt x="20501" y="24"/>
                    <a:pt x="20339" y="78"/>
                  </a:cubicBezTo>
                  <a:cubicBezTo>
                    <a:pt x="18816" y="606"/>
                    <a:pt x="17071" y="1275"/>
                    <a:pt x="16665" y="1742"/>
                  </a:cubicBezTo>
                  <a:cubicBezTo>
                    <a:pt x="15893" y="2574"/>
                    <a:pt x="15731" y="4949"/>
                    <a:pt x="14412" y="6634"/>
                  </a:cubicBezTo>
                  <a:cubicBezTo>
                    <a:pt x="13092" y="8339"/>
                    <a:pt x="0" y="24232"/>
                    <a:pt x="0" y="24232"/>
                  </a:cubicBezTo>
                  <a:lnTo>
                    <a:pt x="427" y="28210"/>
                  </a:lnTo>
                  <a:lnTo>
                    <a:pt x="14960" y="40409"/>
                  </a:lnTo>
                  <a:cubicBezTo>
                    <a:pt x="14960" y="40409"/>
                    <a:pt x="31543" y="35091"/>
                    <a:pt x="34588" y="31925"/>
                  </a:cubicBezTo>
                  <a:cubicBezTo>
                    <a:pt x="37632" y="28779"/>
                    <a:pt x="38343" y="24557"/>
                    <a:pt x="38343" y="24557"/>
                  </a:cubicBezTo>
                  <a:lnTo>
                    <a:pt x="32680" y="13555"/>
                  </a:lnTo>
                  <a:lnTo>
                    <a:pt x="31989" y="6898"/>
                  </a:lnTo>
                  <a:lnTo>
                    <a:pt x="25210" y="1255"/>
                  </a:lnTo>
                  <a:cubicBezTo>
                    <a:pt x="25210" y="1255"/>
                    <a:pt x="22480" y="0"/>
                    <a:pt x="2091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38"/>
            <p:cNvSpPr/>
            <p:nvPr/>
          </p:nvSpPr>
          <p:spPr>
            <a:xfrm>
              <a:off x="1299175" y="3440950"/>
              <a:ext cx="697750" cy="400750"/>
            </a:xfrm>
            <a:custGeom>
              <a:avLst/>
              <a:gdLst/>
              <a:ahLst/>
              <a:cxnLst/>
              <a:rect l="l" t="t" r="r" b="b"/>
              <a:pathLst>
                <a:path w="27910" h="16030" extrusionOk="0">
                  <a:moveTo>
                    <a:pt x="2935" y="1"/>
                  </a:moveTo>
                  <a:cubicBezTo>
                    <a:pt x="2147" y="1"/>
                    <a:pt x="1543" y="867"/>
                    <a:pt x="1543" y="867"/>
                  </a:cubicBezTo>
                  <a:cubicBezTo>
                    <a:pt x="0" y="10305"/>
                    <a:pt x="6069" y="15238"/>
                    <a:pt x="6942" y="16029"/>
                  </a:cubicBezTo>
                  <a:cubicBezTo>
                    <a:pt x="11671" y="14426"/>
                    <a:pt x="21841" y="10772"/>
                    <a:pt x="24155" y="8357"/>
                  </a:cubicBezTo>
                  <a:cubicBezTo>
                    <a:pt x="27199" y="5211"/>
                    <a:pt x="27910" y="989"/>
                    <a:pt x="27910" y="989"/>
                  </a:cubicBezTo>
                  <a:lnTo>
                    <a:pt x="27605" y="380"/>
                  </a:lnTo>
                  <a:lnTo>
                    <a:pt x="20379" y="3424"/>
                  </a:lnTo>
                  <a:cubicBezTo>
                    <a:pt x="20379" y="3424"/>
                    <a:pt x="16034" y="1233"/>
                    <a:pt x="12989" y="1233"/>
                  </a:cubicBezTo>
                  <a:cubicBezTo>
                    <a:pt x="12113" y="1233"/>
                    <a:pt x="11345" y="1415"/>
                    <a:pt x="10819" y="1882"/>
                  </a:cubicBezTo>
                  <a:cubicBezTo>
                    <a:pt x="9940" y="2669"/>
                    <a:pt x="8969" y="2999"/>
                    <a:pt x="8031" y="2999"/>
                  </a:cubicBezTo>
                  <a:cubicBezTo>
                    <a:pt x="6477" y="2999"/>
                    <a:pt x="5012" y="2094"/>
                    <a:pt x="4202" y="867"/>
                  </a:cubicBezTo>
                  <a:cubicBezTo>
                    <a:pt x="3769" y="217"/>
                    <a:pt x="3329" y="1"/>
                    <a:pt x="293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38"/>
            <p:cNvSpPr/>
            <p:nvPr/>
          </p:nvSpPr>
          <p:spPr>
            <a:xfrm>
              <a:off x="1187525" y="3150525"/>
              <a:ext cx="162425" cy="180675"/>
            </a:xfrm>
            <a:custGeom>
              <a:avLst/>
              <a:gdLst/>
              <a:ahLst/>
              <a:cxnLst/>
              <a:rect l="l" t="t" r="r" b="b"/>
              <a:pathLst>
                <a:path w="6497" h="7227" extrusionOk="0">
                  <a:moveTo>
                    <a:pt x="6435" y="1"/>
                  </a:moveTo>
                  <a:cubicBezTo>
                    <a:pt x="6435" y="1"/>
                    <a:pt x="6029" y="1665"/>
                    <a:pt x="3959" y="4060"/>
                  </a:cubicBezTo>
                  <a:cubicBezTo>
                    <a:pt x="1868" y="6435"/>
                    <a:pt x="1" y="7227"/>
                    <a:pt x="1" y="7227"/>
                  </a:cubicBezTo>
                  <a:cubicBezTo>
                    <a:pt x="1" y="7227"/>
                    <a:pt x="3046" y="6740"/>
                    <a:pt x="4771" y="4466"/>
                  </a:cubicBezTo>
                  <a:cubicBezTo>
                    <a:pt x="6496" y="2213"/>
                    <a:pt x="6435" y="1"/>
                    <a:pt x="643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8"/>
            <p:cNvSpPr/>
            <p:nvPr/>
          </p:nvSpPr>
          <p:spPr>
            <a:xfrm>
              <a:off x="1821325" y="3009975"/>
              <a:ext cx="33000" cy="171025"/>
            </a:xfrm>
            <a:custGeom>
              <a:avLst/>
              <a:gdLst/>
              <a:ahLst/>
              <a:cxnLst/>
              <a:rect l="l" t="t" r="r" b="b"/>
              <a:pathLst>
                <a:path w="1320" h="6841" extrusionOk="0">
                  <a:moveTo>
                    <a:pt x="1" y="0"/>
                  </a:moveTo>
                  <a:lnTo>
                    <a:pt x="346" y="1502"/>
                  </a:lnTo>
                  <a:lnTo>
                    <a:pt x="589" y="6699"/>
                  </a:lnTo>
                  <a:lnTo>
                    <a:pt x="1320" y="6841"/>
                  </a:lnTo>
                  <a:lnTo>
                    <a:pt x="1320" y="6841"/>
                  </a:lnTo>
                  <a:lnTo>
                    <a:pt x="670" y="56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8"/>
            <p:cNvSpPr/>
            <p:nvPr/>
          </p:nvSpPr>
          <p:spPr>
            <a:xfrm>
              <a:off x="1442275" y="3649850"/>
              <a:ext cx="460775" cy="191850"/>
            </a:xfrm>
            <a:custGeom>
              <a:avLst/>
              <a:gdLst/>
              <a:ahLst/>
              <a:cxnLst/>
              <a:rect l="l" t="t" r="r" b="b"/>
              <a:pathLst>
                <a:path w="18431" h="7674" extrusionOk="0">
                  <a:moveTo>
                    <a:pt x="18431" y="1"/>
                  </a:moveTo>
                  <a:lnTo>
                    <a:pt x="18431" y="1"/>
                  </a:lnTo>
                  <a:cubicBezTo>
                    <a:pt x="18430" y="1"/>
                    <a:pt x="14310" y="2152"/>
                    <a:pt x="9926" y="3776"/>
                  </a:cubicBezTo>
                  <a:cubicBezTo>
                    <a:pt x="5521" y="5420"/>
                    <a:pt x="0" y="6435"/>
                    <a:pt x="0" y="6435"/>
                  </a:cubicBezTo>
                  <a:lnTo>
                    <a:pt x="1218" y="7673"/>
                  </a:lnTo>
                  <a:cubicBezTo>
                    <a:pt x="5947" y="6070"/>
                    <a:pt x="16117" y="2416"/>
                    <a:pt x="1843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8"/>
            <p:cNvSpPr/>
            <p:nvPr/>
          </p:nvSpPr>
          <p:spPr>
            <a:xfrm>
              <a:off x="1130700" y="3093200"/>
              <a:ext cx="207050" cy="252225"/>
            </a:xfrm>
            <a:custGeom>
              <a:avLst/>
              <a:gdLst/>
              <a:ahLst/>
              <a:cxnLst/>
              <a:rect l="l" t="t" r="r" b="b"/>
              <a:pathLst>
                <a:path w="8282" h="10089" extrusionOk="0">
                  <a:moveTo>
                    <a:pt x="8282" y="0"/>
                  </a:moveTo>
                  <a:cubicBezTo>
                    <a:pt x="5988" y="2801"/>
                    <a:pt x="2578" y="6942"/>
                    <a:pt x="1" y="10088"/>
                  </a:cubicBezTo>
                  <a:lnTo>
                    <a:pt x="1218" y="10088"/>
                  </a:lnTo>
                  <a:lnTo>
                    <a:pt x="8282" y="1604"/>
                  </a:lnTo>
                  <a:lnTo>
                    <a:pt x="828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38"/>
            <p:cNvSpPr/>
            <p:nvPr/>
          </p:nvSpPr>
          <p:spPr>
            <a:xfrm>
              <a:off x="1674675" y="3399175"/>
              <a:ext cx="322250" cy="255225"/>
            </a:xfrm>
            <a:custGeom>
              <a:avLst/>
              <a:gdLst/>
              <a:ahLst/>
              <a:cxnLst/>
              <a:rect l="l" t="t" r="r" b="b"/>
              <a:pathLst>
                <a:path w="12890" h="10209" extrusionOk="0">
                  <a:moveTo>
                    <a:pt x="11509" y="1"/>
                  </a:moveTo>
                  <a:lnTo>
                    <a:pt x="1" y="9987"/>
                  </a:lnTo>
                  <a:cubicBezTo>
                    <a:pt x="1" y="9987"/>
                    <a:pt x="1571" y="10209"/>
                    <a:pt x="3775" y="10209"/>
                  </a:cubicBezTo>
                  <a:cubicBezTo>
                    <a:pt x="5460" y="10209"/>
                    <a:pt x="7515" y="10079"/>
                    <a:pt x="9520" y="9622"/>
                  </a:cubicBezTo>
                  <a:cubicBezTo>
                    <a:pt x="12240" y="6516"/>
                    <a:pt x="12890" y="2660"/>
                    <a:pt x="12890" y="2660"/>
                  </a:cubicBezTo>
                  <a:lnTo>
                    <a:pt x="1150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8" name="Google Shape;338;p38"/>
            <p:cNvSpPr/>
            <p:nvPr/>
          </p:nvSpPr>
          <p:spPr>
            <a:xfrm>
              <a:off x="1674675" y="2483750"/>
              <a:ext cx="466875" cy="506450"/>
            </a:xfrm>
            <a:custGeom>
              <a:avLst/>
              <a:gdLst/>
              <a:ahLst/>
              <a:cxnLst/>
              <a:rect l="l" t="t" r="r" b="b"/>
              <a:pathLst>
                <a:path w="18675" h="20258" extrusionOk="0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6212" y="20258"/>
                  </a:lnTo>
                  <a:lnTo>
                    <a:pt x="7511" y="20258"/>
                  </a:lnTo>
                  <a:lnTo>
                    <a:pt x="18674" y="7734"/>
                  </a:lnTo>
                  <a:lnTo>
                    <a:pt x="18674" y="5035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9" name="Google Shape;339;p38"/>
            <p:cNvSpPr/>
            <p:nvPr/>
          </p:nvSpPr>
          <p:spPr>
            <a:xfrm>
              <a:off x="2062350" y="2248825"/>
              <a:ext cx="431350" cy="358275"/>
            </a:xfrm>
            <a:custGeom>
              <a:avLst/>
              <a:gdLst/>
              <a:ahLst/>
              <a:cxnLst/>
              <a:rect l="l" t="t" r="r" b="b"/>
              <a:pathLst>
                <a:path w="17254" h="14331" extrusionOk="0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4000" y="13924"/>
                  </a:lnTo>
                  <a:lnTo>
                    <a:pt x="6374" y="14330"/>
                  </a:lnTo>
                  <a:lnTo>
                    <a:pt x="16970" y="7165"/>
                  </a:lnTo>
                  <a:lnTo>
                    <a:pt x="17254" y="4689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38"/>
            <p:cNvSpPr/>
            <p:nvPr/>
          </p:nvSpPr>
          <p:spPr>
            <a:xfrm>
              <a:off x="2457150" y="2156650"/>
              <a:ext cx="367575" cy="240350"/>
            </a:xfrm>
            <a:custGeom>
              <a:avLst/>
              <a:gdLst/>
              <a:ahLst/>
              <a:cxnLst/>
              <a:rect l="l" t="t" r="r" b="b"/>
              <a:pathLst>
                <a:path w="14703" h="9614" extrusionOk="0">
                  <a:moveTo>
                    <a:pt x="12878" y="1"/>
                  </a:moveTo>
                  <a:cubicBezTo>
                    <a:pt x="12768" y="1"/>
                    <a:pt x="12657" y="11"/>
                    <a:pt x="12544" y="33"/>
                  </a:cubicBezTo>
                  <a:lnTo>
                    <a:pt x="1807" y="2104"/>
                  </a:lnTo>
                  <a:lnTo>
                    <a:pt x="1" y="3971"/>
                  </a:lnTo>
                  <a:lnTo>
                    <a:pt x="2132" y="8254"/>
                  </a:lnTo>
                  <a:lnTo>
                    <a:pt x="3837" y="9614"/>
                  </a:lnTo>
                  <a:lnTo>
                    <a:pt x="9967" y="7564"/>
                  </a:lnTo>
                  <a:cubicBezTo>
                    <a:pt x="12463" y="6732"/>
                    <a:pt x="14249" y="4540"/>
                    <a:pt x="14574" y="1921"/>
                  </a:cubicBezTo>
                  <a:cubicBezTo>
                    <a:pt x="14702" y="879"/>
                    <a:pt x="13874" y="1"/>
                    <a:pt x="1287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8"/>
            <p:cNvSpPr/>
            <p:nvPr/>
          </p:nvSpPr>
          <p:spPr>
            <a:xfrm>
              <a:off x="1630525" y="3068325"/>
              <a:ext cx="600325" cy="554150"/>
            </a:xfrm>
            <a:custGeom>
              <a:avLst/>
              <a:gdLst/>
              <a:ahLst/>
              <a:cxnLst/>
              <a:rect l="l" t="t" r="r" b="b"/>
              <a:pathLst>
                <a:path w="24013" h="22166" extrusionOk="0">
                  <a:moveTo>
                    <a:pt x="19202" y="1"/>
                  </a:moveTo>
                  <a:lnTo>
                    <a:pt x="1" y="10068"/>
                  </a:lnTo>
                  <a:lnTo>
                    <a:pt x="6841" y="22166"/>
                  </a:lnTo>
                  <a:cubicBezTo>
                    <a:pt x="6841" y="22166"/>
                    <a:pt x="23628" y="8728"/>
                    <a:pt x="23728" y="8728"/>
                  </a:cubicBezTo>
                  <a:cubicBezTo>
                    <a:pt x="23728" y="8728"/>
                    <a:pt x="23729" y="8728"/>
                    <a:pt x="23729" y="8729"/>
                  </a:cubicBezTo>
                  <a:cubicBezTo>
                    <a:pt x="23729" y="8730"/>
                    <a:pt x="23729" y="8731"/>
                    <a:pt x="23729" y="8731"/>
                  </a:cubicBezTo>
                  <a:cubicBezTo>
                    <a:pt x="23741" y="8731"/>
                    <a:pt x="24013" y="6942"/>
                    <a:pt x="24013" y="6942"/>
                  </a:cubicBezTo>
                  <a:lnTo>
                    <a:pt x="20440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8"/>
            <p:cNvSpPr/>
            <p:nvPr/>
          </p:nvSpPr>
          <p:spPr>
            <a:xfrm>
              <a:off x="2167900" y="2926925"/>
              <a:ext cx="374025" cy="324100"/>
            </a:xfrm>
            <a:custGeom>
              <a:avLst/>
              <a:gdLst/>
              <a:ahLst/>
              <a:cxnLst/>
              <a:rect l="l" t="t" r="r" b="b"/>
              <a:pathLst>
                <a:path w="14961" h="12964" extrusionOk="0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lnTo>
                    <a:pt x="3066" y="12071"/>
                  </a:lnTo>
                  <a:lnTo>
                    <a:pt x="4629" y="12964"/>
                  </a:lnTo>
                  <a:cubicBezTo>
                    <a:pt x="4629" y="12964"/>
                    <a:pt x="10332" y="8803"/>
                    <a:pt x="11916" y="7098"/>
                  </a:cubicBezTo>
                  <a:cubicBezTo>
                    <a:pt x="13479" y="5413"/>
                    <a:pt x="14960" y="2084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38"/>
            <p:cNvSpPr/>
            <p:nvPr/>
          </p:nvSpPr>
          <p:spPr>
            <a:xfrm>
              <a:off x="1742675" y="2998300"/>
              <a:ext cx="770825" cy="624175"/>
            </a:xfrm>
            <a:custGeom>
              <a:avLst/>
              <a:gdLst/>
              <a:ahLst/>
              <a:cxnLst/>
              <a:rect l="l" t="t" r="r" b="b"/>
              <a:pathLst>
                <a:path w="30833" h="24967" extrusionOk="0">
                  <a:moveTo>
                    <a:pt x="30772" y="1"/>
                  </a:moveTo>
                  <a:lnTo>
                    <a:pt x="30772" y="1"/>
                  </a:lnTo>
                  <a:cubicBezTo>
                    <a:pt x="30163" y="1198"/>
                    <a:pt x="28965" y="3086"/>
                    <a:pt x="26976" y="4527"/>
                  </a:cubicBezTo>
                  <a:cubicBezTo>
                    <a:pt x="23850" y="6780"/>
                    <a:pt x="22389" y="7511"/>
                    <a:pt x="22389" y="7511"/>
                  </a:cubicBezTo>
                  <a:lnTo>
                    <a:pt x="21678" y="5664"/>
                  </a:lnTo>
                  <a:lnTo>
                    <a:pt x="16401" y="9317"/>
                  </a:lnTo>
                  <a:lnTo>
                    <a:pt x="17862" y="10596"/>
                  </a:lnTo>
                  <a:lnTo>
                    <a:pt x="5846" y="19385"/>
                  </a:lnTo>
                  <a:cubicBezTo>
                    <a:pt x="5846" y="19385"/>
                    <a:pt x="5197" y="17741"/>
                    <a:pt x="4547" y="16624"/>
                  </a:cubicBezTo>
                  <a:cubicBezTo>
                    <a:pt x="4515" y="16566"/>
                    <a:pt x="4461" y="16539"/>
                    <a:pt x="4388" y="16539"/>
                  </a:cubicBezTo>
                  <a:cubicBezTo>
                    <a:pt x="3770" y="16539"/>
                    <a:pt x="1780" y="18516"/>
                    <a:pt x="0" y="20785"/>
                  </a:cubicBezTo>
                  <a:lnTo>
                    <a:pt x="2355" y="24967"/>
                  </a:lnTo>
                  <a:cubicBezTo>
                    <a:pt x="2355" y="24967"/>
                    <a:pt x="19142" y="11529"/>
                    <a:pt x="19242" y="11529"/>
                  </a:cubicBezTo>
                  <a:cubicBezTo>
                    <a:pt x="19242" y="11529"/>
                    <a:pt x="19243" y="11529"/>
                    <a:pt x="19243" y="11530"/>
                  </a:cubicBezTo>
                  <a:cubicBezTo>
                    <a:pt x="19243" y="11531"/>
                    <a:pt x="19243" y="11532"/>
                    <a:pt x="19243" y="11532"/>
                  </a:cubicBezTo>
                  <a:cubicBezTo>
                    <a:pt x="19255" y="11532"/>
                    <a:pt x="19527" y="9743"/>
                    <a:pt x="19527" y="9743"/>
                  </a:cubicBezTo>
                  <a:lnTo>
                    <a:pt x="19466" y="9642"/>
                  </a:lnTo>
                  <a:cubicBezTo>
                    <a:pt x="19730" y="9540"/>
                    <a:pt x="19973" y="9419"/>
                    <a:pt x="20176" y="9277"/>
                  </a:cubicBezTo>
                  <a:lnTo>
                    <a:pt x="21638" y="10109"/>
                  </a:lnTo>
                  <a:cubicBezTo>
                    <a:pt x="21638" y="10109"/>
                    <a:pt x="27341" y="5948"/>
                    <a:pt x="28925" y="4243"/>
                  </a:cubicBezTo>
                  <a:cubicBezTo>
                    <a:pt x="29899" y="3208"/>
                    <a:pt x="30833" y="1543"/>
                    <a:pt x="3077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4" name="Google Shape;344;p38"/>
            <p:cNvSpPr/>
            <p:nvPr/>
          </p:nvSpPr>
          <p:spPr>
            <a:xfrm>
              <a:off x="1793425" y="3269275"/>
              <a:ext cx="433375" cy="353200"/>
            </a:xfrm>
            <a:custGeom>
              <a:avLst/>
              <a:gdLst/>
              <a:ahLst/>
              <a:cxnLst/>
              <a:rect l="l" t="t" r="r" b="b"/>
              <a:pathLst>
                <a:path w="17335" h="14128" extrusionOk="0">
                  <a:moveTo>
                    <a:pt x="17334" y="0"/>
                  </a:moveTo>
                  <a:lnTo>
                    <a:pt x="0" y="13194"/>
                  </a:lnTo>
                  <a:lnTo>
                    <a:pt x="325" y="14128"/>
                  </a:lnTo>
                  <a:lnTo>
                    <a:pt x="17213" y="691"/>
                  </a:lnTo>
                  <a:lnTo>
                    <a:pt x="1733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8"/>
            <p:cNvSpPr/>
            <p:nvPr/>
          </p:nvSpPr>
          <p:spPr>
            <a:xfrm>
              <a:off x="1535125" y="3314950"/>
              <a:ext cx="336475" cy="336450"/>
            </a:xfrm>
            <a:custGeom>
              <a:avLst/>
              <a:gdLst/>
              <a:ahLst/>
              <a:cxnLst/>
              <a:rect l="l" t="t" r="r" b="b"/>
              <a:pathLst>
                <a:path w="13459" h="13458" extrusionOk="0">
                  <a:moveTo>
                    <a:pt x="6719" y="0"/>
                  </a:moveTo>
                  <a:cubicBezTo>
                    <a:pt x="3005" y="0"/>
                    <a:pt x="1" y="3004"/>
                    <a:pt x="1" y="6719"/>
                  </a:cubicBezTo>
                  <a:cubicBezTo>
                    <a:pt x="1" y="10433"/>
                    <a:pt x="3005" y="13458"/>
                    <a:pt x="6719" y="13458"/>
                  </a:cubicBezTo>
                  <a:cubicBezTo>
                    <a:pt x="10434" y="13458"/>
                    <a:pt x="13458" y="10433"/>
                    <a:pt x="13458" y="6719"/>
                  </a:cubicBezTo>
                  <a:cubicBezTo>
                    <a:pt x="13458" y="3004"/>
                    <a:pt x="10434" y="0"/>
                    <a:pt x="671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38"/>
            <p:cNvSpPr/>
            <p:nvPr/>
          </p:nvSpPr>
          <p:spPr>
            <a:xfrm>
              <a:off x="2111575" y="3070350"/>
              <a:ext cx="174600" cy="174600"/>
            </a:xfrm>
            <a:custGeom>
              <a:avLst/>
              <a:gdLst/>
              <a:ahLst/>
              <a:cxnLst/>
              <a:rect l="l" t="t" r="r" b="b"/>
              <a:pathLst>
                <a:path w="6984" h="6984" extrusionOk="0">
                  <a:moveTo>
                    <a:pt x="3492" y="1"/>
                  </a:moveTo>
                  <a:cubicBezTo>
                    <a:pt x="1564" y="1"/>
                    <a:pt x="1" y="1564"/>
                    <a:pt x="1" y="3492"/>
                  </a:cubicBezTo>
                  <a:cubicBezTo>
                    <a:pt x="1" y="5420"/>
                    <a:pt x="1564" y="6983"/>
                    <a:pt x="3492" y="6983"/>
                  </a:cubicBezTo>
                  <a:cubicBezTo>
                    <a:pt x="5420" y="6983"/>
                    <a:pt x="6983" y="5420"/>
                    <a:pt x="6983" y="3492"/>
                  </a:cubicBezTo>
                  <a:cubicBezTo>
                    <a:pt x="6983" y="1564"/>
                    <a:pt x="5420" y="1"/>
                    <a:pt x="349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38"/>
            <p:cNvSpPr/>
            <p:nvPr/>
          </p:nvSpPr>
          <p:spPr>
            <a:xfrm>
              <a:off x="2127325" y="3079500"/>
              <a:ext cx="149700" cy="119775"/>
            </a:xfrm>
            <a:custGeom>
              <a:avLst/>
              <a:gdLst/>
              <a:ahLst/>
              <a:cxnLst/>
              <a:rect l="l" t="t" r="r" b="b"/>
              <a:pathLst>
                <a:path w="5988" h="4791" extrusionOk="0">
                  <a:moveTo>
                    <a:pt x="2862" y="0"/>
                  </a:moveTo>
                  <a:cubicBezTo>
                    <a:pt x="1583" y="0"/>
                    <a:pt x="467" y="772"/>
                    <a:pt x="0" y="1888"/>
                  </a:cubicBezTo>
                  <a:cubicBezTo>
                    <a:pt x="548" y="1015"/>
                    <a:pt x="1522" y="426"/>
                    <a:pt x="2639" y="426"/>
                  </a:cubicBezTo>
                  <a:cubicBezTo>
                    <a:pt x="4364" y="426"/>
                    <a:pt x="5765" y="1827"/>
                    <a:pt x="5765" y="3552"/>
                  </a:cubicBezTo>
                  <a:cubicBezTo>
                    <a:pt x="5765" y="3999"/>
                    <a:pt x="5663" y="4405"/>
                    <a:pt x="5501" y="4790"/>
                  </a:cubicBezTo>
                  <a:cubicBezTo>
                    <a:pt x="5805" y="4303"/>
                    <a:pt x="5988" y="3735"/>
                    <a:pt x="5988" y="3126"/>
                  </a:cubicBezTo>
                  <a:cubicBezTo>
                    <a:pt x="5988" y="1401"/>
                    <a:pt x="4587" y="0"/>
                    <a:pt x="28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38"/>
            <p:cNvSpPr/>
            <p:nvPr/>
          </p:nvSpPr>
          <p:spPr>
            <a:xfrm>
              <a:off x="1569625" y="3336250"/>
              <a:ext cx="279625" cy="223800"/>
            </a:xfrm>
            <a:custGeom>
              <a:avLst/>
              <a:gdLst/>
              <a:ahLst/>
              <a:cxnLst/>
              <a:rect l="l" t="t" r="r" b="b"/>
              <a:pathLst>
                <a:path w="11185" h="8952" extrusionOk="0">
                  <a:moveTo>
                    <a:pt x="5360" y="1"/>
                  </a:moveTo>
                  <a:cubicBezTo>
                    <a:pt x="2964" y="1"/>
                    <a:pt x="894" y="1462"/>
                    <a:pt x="1" y="3533"/>
                  </a:cubicBezTo>
                  <a:cubicBezTo>
                    <a:pt x="1036" y="1909"/>
                    <a:pt x="2863" y="813"/>
                    <a:pt x="4933" y="813"/>
                  </a:cubicBezTo>
                  <a:cubicBezTo>
                    <a:pt x="8140" y="813"/>
                    <a:pt x="10759" y="3431"/>
                    <a:pt x="10759" y="6638"/>
                  </a:cubicBezTo>
                  <a:cubicBezTo>
                    <a:pt x="10759" y="7470"/>
                    <a:pt x="10596" y="8242"/>
                    <a:pt x="10292" y="8952"/>
                  </a:cubicBezTo>
                  <a:cubicBezTo>
                    <a:pt x="10860" y="8059"/>
                    <a:pt x="11185" y="6983"/>
                    <a:pt x="11185" y="5846"/>
                  </a:cubicBezTo>
                  <a:cubicBezTo>
                    <a:pt x="11185" y="2619"/>
                    <a:pt x="8587" y="1"/>
                    <a:pt x="536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8"/>
            <p:cNvSpPr/>
            <p:nvPr/>
          </p:nvSpPr>
          <p:spPr>
            <a:xfrm>
              <a:off x="1324025" y="3150525"/>
              <a:ext cx="532350" cy="695225"/>
            </a:xfrm>
            <a:custGeom>
              <a:avLst/>
              <a:gdLst/>
              <a:ahLst/>
              <a:cxnLst/>
              <a:rect l="l" t="t" r="r" b="b"/>
              <a:pathLst>
                <a:path w="21294" h="27809" extrusionOk="0">
                  <a:moveTo>
                    <a:pt x="15813" y="1"/>
                  </a:moveTo>
                  <a:cubicBezTo>
                    <a:pt x="7105" y="1"/>
                    <a:pt x="1" y="7085"/>
                    <a:pt x="1" y="15813"/>
                  </a:cubicBezTo>
                  <a:cubicBezTo>
                    <a:pt x="1" y="20603"/>
                    <a:pt x="2152" y="24886"/>
                    <a:pt x="5522" y="27809"/>
                  </a:cubicBezTo>
                  <a:cubicBezTo>
                    <a:pt x="5765" y="27727"/>
                    <a:pt x="6009" y="27626"/>
                    <a:pt x="6273" y="27545"/>
                  </a:cubicBezTo>
                  <a:cubicBezTo>
                    <a:pt x="2863" y="24764"/>
                    <a:pt x="691" y="20542"/>
                    <a:pt x="691" y="15813"/>
                  </a:cubicBezTo>
                  <a:cubicBezTo>
                    <a:pt x="691" y="7450"/>
                    <a:pt x="7470" y="671"/>
                    <a:pt x="15813" y="671"/>
                  </a:cubicBezTo>
                  <a:cubicBezTo>
                    <a:pt x="17761" y="671"/>
                    <a:pt x="19608" y="1036"/>
                    <a:pt x="21293" y="1706"/>
                  </a:cubicBezTo>
                  <a:lnTo>
                    <a:pt x="21253" y="1604"/>
                  </a:lnTo>
                  <a:lnTo>
                    <a:pt x="21171" y="935"/>
                  </a:lnTo>
                  <a:cubicBezTo>
                    <a:pt x="19507" y="326"/>
                    <a:pt x="17700" y="1"/>
                    <a:pt x="158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8"/>
            <p:cNvSpPr/>
            <p:nvPr/>
          </p:nvSpPr>
          <p:spPr>
            <a:xfrm>
              <a:off x="927725" y="3772150"/>
              <a:ext cx="348625" cy="799750"/>
            </a:xfrm>
            <a:custGeom>
              <a:avLst/>
              <a:gdLst/>
              <a:ahLst/>
              <a:cxnLst/>
              <a:rect l="l" t="t" r="r" b="b"/>
              <a:pathLst>
                <a:path w="13945" h="31990" extrusionOk="0">
                  <a:moveTo>
                    <a:pt x="13945" y="0"/>
                  </a:moveTo>
                  <a:lnTo>
                    <a:pt x="0" y="31989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8"/>
            <p:cNvSpPr/>
            <p:nvPr/>
          </p:nvSpPr>
          <p:spPr>
            <a:xfrm>
              <a:off x="1773125" y="2566475"/>
              <a:ext cx="334425" cy="369425"/>
            </a:xfrm>
            <a:custGeom>
              <a:avLst/>
              <a:gdLst/>
              <a:ahLst/>
              <a:cxnLst/>
              <a:rect l="l" t="t" r="r" b="b"/>
              <a:pathLst>
                <a:path w="13377" h="14777" extrusionOk="0">
                  <a:moveTo>
                    <a:pt x="0" y="14777"/>
                  </a:moveTo>
                  <a:lnTo>
                    <a:pt x="13376" y="0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8"/>
            <p:cNvSpPr/>
            <p:nvPr/>
          </p:nvSpPr>
          <p:spPr>
            <a:xfrm>
              <a:off x="2127325" y="2341675"/>
              <a:ext cx="353200" cy="211625"/>
            </a:xfrm>
            <a:custGeom>
              <a:avLst/>
              <a:gdLst/>
              <a:ahLst/>
              <a:cxnLst/>
              <a:rect l="l" t="t" r="r" b="b"/>
              <a:pathLst>
                <a:path w="14128" h="8465" extrusionOk="0">
                  <a:moveTo>
                    <a:pt x="0" y="8465"/>
                  </a:moveTo>
                  <a:lnTo>
                    <a:pt x="14127" y="1"/>
                  </a:lnTo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8"/>
            <p:cNvSpPr/>
            <p:nvPr/>
          </p:nvSpPr>
          <p:spPr>
            <a:xfrm>
              <a:off x="2492675" y="2220900"/>
              <a:ext cx="325800" cy="121300"/>
            </a:xfrm>
            <a:custGeom>
              <a:avLst/>
              <a:gdLst/>
              <a:ahLst/>
              <a:cxnLst/>
              <a:rect l="l" t="t" r="r" b="b"/>
              <a:pathLst>
                <a:path w="13032" h="4852" extrusionOk="0">
                  <a:moveTo>
                    <a:pt x="13031" y="1"/>
                  </a:moveTo>
                  <a:lnTo>
                    <a:pt x="0" y="4243"/>
                  </a:lnTo>
                  <a:lnTo>
                    <a:pt x="305" y="4852"/>
                  </a:lnTo>
                  <a:lnTo>
                    <a:pt x="12808" y="772"/>
                  </a:lnTo>
                  <a:cubicBezTo>
                    <a:pt x="12910" y="528"/>
                    <a:pt x="12971" y="265"/>
                    <a:pt x="1303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8"/>
            <p:cNvSpPr/>
            <p:nvPr/>
          </p:nvSpPr>
          <p:spPr>
            <a:xfrm>
              <a:off x="1038350" y="3810725"/>
              <a:ext cx="360300" cy="902250"/>
            </a:xfrm>
            <a:custGeom>
              <a:avLst/>
              <a:gdLst/>
              <a:ahLst/>
              <a:cxnLst/>
              <a:rect l="l" t="t" r="r" b="b"/>
              <a:pathLst>
                <a:path w="14412" h="36090" extrusionOk="0">
                  <a:moveTo>
                    <a:pt x="11428" y="0"/>
                  </a:moveTo>
                  <a:lnTo>
                    <a:pt x="0" y="33735"/>
                  </a:lnTo>
                  <a:lnTo>
                    <a:pt x="6394" y="36089"/>
                  </a:lnTo>
                  <a:lnTo>
                    <a:pt x="14412" y="2375"/>
                  </a:lnTo>
                  <a:lnTo>
                    <a:pt x="1142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8"/>
            <p:cNvSpPr/>
            <p:nvPr/>
          </p:nvSpPr>
          <p:spPr>
            <a:xfrm>
              <a:off x="2342475" y="3201775"/>
              <a:ext cx="310575" cy="324800"/>
            </a:xfrm>
            <a:custGeom>
              <a:avLst/>
              <a:gdLst/>
              <a:ahLst/>
              <a:cxnLst/>
              <a:rect l="l" t="t" r="r" b="b"/>
              <a:pathLst>
                <a:path w="12423" h="12992" extrusionOk="0">
                  <a:moveTo>
                    <a:pt x="11286" y="1"/>
                  </a:moveTo>
                  <a:lnTo>
                    <a:pt x="0" y="12991"/>
                  </a:lnTo>
                  <a:cubicBezTo>
                    <a:pt x="3025" y="11286"/>
                    <a:pt x="12422" y="2457"/>
                    <a:pt x="12422" y="2457"/>
                  </a:cubicBezTo>
                  <a:lnTo>
                    <a:pt x="1128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8"/>
            <p:cNvSpPr/>
            <p:nvPr/>
          </p:nvSpPr>
          <p:spPr>
            <a:xfrm>
              <a:off x="2261775" y="3182500"/>
              <a:ext cx="284200" cy="170200"/>
            </a:xfrm>
            <a:custGeom>
              <a:avLst/>
              <a:gdLst/>
              <a:ahLst/>
              <a:cxnLst/>
              <a:rect l="l" t="t" r="r" b="b"/>
              <a:pathLst>
                <a:path w="11368" h="6808" extrusionOk="0">
                  <a:moveTo>
                    <a:pt x="11368" y="1"/>
                  </a:moveTo>
                  <a:lnTo>
                    <a:pt x="1" y="5176"/>
                  </a:lnTo>
                  <a:cubicBezTo>
                    <a:pt x="298" y="6128"/>
                    <a:pt x="835" y="6807"/>
                    <a:pt x="1437" y="6807"/>
                  </a:cubicBezTo>
                  <a:cubicBezTo>
                    <a:pt x="1656" y="6807"/>
                    <a:pt x="1884" y="6717"/>
                    <a:pt x="2112" y="6516"/>
                  </a:cubicBezTo>
                  <a:cubicBezTo>
                    <a:pt x="3512" y="5319"/>
                    <a:pt x="9724" y="934"/>
                    <a:pt x="113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8"/>
            <p:cNvSpPr/>
            <p:nvPr/>
          </p:nvSpPr>
          <p:spPr>
            <a:xfrm>
              <a:off x="2512450" y="2908475"/>
              <a:ext cx="91375" cy="203000"/>
            </a:xfrm>
            <a:custGeom>
              <a:avLst/>
              <a:gdLst/>
              <a:ahLst/>
              <a:cxnLst/>
              <a:rect l="l" t="t" r="r" b="b"/>
              <a:pathLst>
                <a:path w="3655" h="8120" extrusionOk="0">
                  <a:moveTo>
                    <a:pt x="1" y="1"/>
                  </a:moveTo>
                  <a:lnTo>
                    <a:pt x="1625" y="1747"/>
                  </a:lnTo>
                  <a:lnTo>
                    <a:pt x="2741" y="5684"/>
                  </a:lnTo>
                  <a:lnTo>
                    <a:pt x="1726" y="8120"/>
                  </a:lnTo>
                  <a:lnTo>
                    <a:pt x="3655" y="6395"/>
                  </a:lnTo>
                  <a:lnTo>
                    <a:pt x="2416" y="140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8"/>
            <p:cNvSpPr/>
            <p:nvPr/>
          </p:nvSpPr>
          <p:spPr>
            <a:xfrm>
              <a:off x="2162325" y="2366025"/>
              <a:ext cx="331375" cy="241075"/>
            </a:xfrm>
            <a:custGeom>
              <a:avLst/>
              <a:gdLst/>
              <a:ahLst/>
              <a:cxnLst/>
              <a:rect l="l" t="t" r="r" b="b"/>
              <a:pathLst>
                <a:path w="13255" h="9643" extrusionOk="0">
                  <a:moveTo>
                    <a:pt x="13255" y="1"/>
                  </a:moveTo>
                  <a:lnTo>
                    <a:pt x="1" y="9236"/>
                  </a:lnTo>
                  <a:lnTo>
                    <a:pt x="2375" y="9642"/>
                  </a:lnTo>
                  <a:lnTo>
                    <a:pt x="12971" y="2477"/>
                  </a:lnTo>
                  <a:lnTo>
                    <a:pt x="1325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8"/>
            <p:cNvSpPr/>
            <p:nvPr/>
          </p:nvSpPr>
          <p:spPr>
            <a:xfrm>
              <a:off x="1829950" y="2609600"/>
              <a:ext cx="311600" cy="380600"/>
            </a:xfrm>
            <a:custGeom>
              <a:avLst/>
              <a:gdLst/>
              <a:ahLst/>
              <a:cxnLst/>
              <a:rect l="l" t="t" r="r" b="b"/>
              <a:pathLst>
                <a:path w="12464" h="15224" extrusionOk="0">
                  <a:moveTo>
                    <a:pt x="12463" y="1"/>
                  </a:moveTo>
                  <a:lnTo>
                    <a:pt x="1" y="15224"/>
                  </a:lnTo>
                  <a:lnTo>
                    <a:pt x="1300" y="15224"/>
                  </a:lnTo>
                  <a:lnTo>
                    <a:pt x="12463" y="2700"/>
                  </a:lnTo>
                  <a:lnTo>
                    <a:pt x="1246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8"/>
            <p:cNvSpPr/>
            <p:nvPr/>
          </p:nvSpPr>
          <p:spPr>
            <a:xfrm>
              <a:off x="2510425" y="2261500"/>
              <a:ext cx="293850" cy="135500"/>
            </a:xfrm>
            <a:custGeom>
              <a:avLst/>
              <a:gdLst/>
              <a:ahLst/>
              <a:cxnLst/>
              <a:rect l="l" t="t" r="r" b="b"/>
              <a:pathLst>
                <a:path w="11754" h="5420" extrusionOk="0">
                  <a:moveTo>
                    <a:pt x="11753" y="0"/>
                  </a:moveTo>
                  <a:lnTo>
                    <a:pt x="11753" y="0"/>
                  </a:lnTo>
                  <a:cubicBezTo>
                    <a:pt x="11733" y="0"/>
                    <a:pt x="9784" y="995"/>
                    <a:pt x="7206" y="1929"/>
                  </a:cubicBezTo>
                  <a:cubicBezTo>
                    <a:pt x="4629" y="2842"/>
                    <a:pt x="1" y="4060"/>
                    <a:pt x="1" y="4060"/>
                  </a:cubicBezTo>
                  <a:lnTo>
                    <a:pt x="1706" y="5420"/>
                  </a:lnTo>
                  <a:lnTo>
                    <a:pt x="7836" y="3370"/>
                  </a:lnTo>
                  <a:cubicBezTo>
                    <a:pt x="9561" y="2802"/>
                    <a:pt x="10941" y="1563"/>
                    <a:pt x="1175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8"/>
            <p:cNvSpPr/>
            <p:nvPr/>
          </p:nvSpPr>
          <p:spPr>
            <a:xfrm>
              <a:off x="2468825" y="3251000"/>
              <a:ext cx="184225" cy="177625"/>
            </a:xfrm>
            <a:custGeom>
              <a:avLst/>
              <a:gdLst/>
              <a:ahLst/>
              <a:cxnLst/>
              <a:rect l="l" t="t" r="r" b="b"/>
              <a:pathLst>
                <a:path w="7369" h="7105" extrusionOk="0">
                  <a:moveTo>
                    <a:pt x="7145" y="1"/>
                  </a:moveTo>
                  <a:lnTo>
                    <a:pt x="0" y="7105"/>
                  </a:lnTo>
                  <a:cubicBezTo>
                    <a:pt x="3552" y="4060"/>
                    <a:pt x="7368" y="488"/>
                    <a:pt x="7368" y="488"/>
                  </a:cubicBezTo>
                  <a:lnTo>
                    <a:pt x="714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8"/>
            <p:cNvSpPr/>
            <p:nvPr/>
          </p:nvSpPr>
          <p:spPr>
            <a:xfrm>
              <a:off x="2670275" y="3167775"/>
              <a:ext cx="20325" cy="69550"/>
            </a:xfrm>
            <a:custGeom>
              <a:avLst/>
              <a:gdLst/>
              <a:ahLst/>
              <a:cxnLst/>
              <a:rect l="l" t="t" r="r" b="b"/>
              <a:pathLst>
                <a:path w="813" h="2782" extrusionOk="0">
                  <a:moveTo>
                    <a:pt x="264" y="1"/>
                  </a:moveTo>
                  <a:lnTo>
                    <a:pt x="1" y="143"/>
                  </a:lnTo>
                  <a:cubicBezTo>
                    <a:pt x="346" y="590"/>
                    <a:pt x="569" y="1158"/>
                    <a:pt x="569" y="1767"/>
                  </a:cubicBezTo>
                  <a:cubicBezTo>
                    <a:pt x="569" y="2132"/>
                    <a:pt x="488" y="2477"/>
                    <a:pt x="366" y="2782"/>
                  </a:cubicBezTo>
                  <a:cubicBezTo>
                    <a:pt x="650" y="2416"/>
                    <a:pt x="812" y="1950"/>
                    <a:pt x="812" y="1442"/>
                  </a:cubicBezTo>
                  <a:cubicBezTo>
                    <a:pt x="812" y="894"/>
                    <a:pt x="609" y="387"/>
                    <a:pt x="2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8"/>
            <p:cNvSpPr/>
            <p:nvPr/>
          </p:nvSpPr>
          <p:spPr>
            <a:xfrm>
              <a:off x="2502325" y="2156675"/>
              <a:ext cx="313100" cy="52575"/>
            </a:xfrm>
            <a:custGeom>
              <a:avLst/>
              <a:gdLst/>
              <a:ahLst/>
              <a:cxnLst/>
              <a:rect l="l" t="t" r="r" b="b"/>
              <a:pathLst>
                <a:path w="12524" h="2103" extrusionOk="0">
                  <a:moveTo>
                    <a:pt x="11066" y="1"/>
                  </a:moveTo>
                  <a:cubicBezTo>
                    <a:pt x="10958" y="1"/>
                    <a:pt x="10848" y="11"/>
                    <a:pt x="10737" y="32"/>
                  </a:cubicBezTo>
                  <a:lnTo>
                    <a:pt x="0" y="2103"/>
                  </a:lnTo>
                  <a:lnTo>
                    <a:pt x="0" y="2103"/>
                  </a:lnTo>
                  <a:lnTo>
                    <a:pt x="12524" y="824"/>
                  </a:lnTo>
                  <a:cubicBezTo>
                    <a:pt x="12214" y="325"/>
                    <a:pt x="11670" y="1"/>
                    <a:pt x="1106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8"/>
            <p:cNvSpPr/>
            <p:nvPr/>
          </p:nvSpPr>
          <p:spPr>
            <a:xfrm>
              <a:off x="2062350" y="2248825"/>
              <a:ext cx="375025" cy="224300"/>
            </a:xfrm>
            <a:custGeom>
              <a:avLst/>
              <a:gdLst/>
              <a:ahLst/>
              <a:cxnLst/>
              <a:rect l="l" t="t" r="r" b="b"/>
              <a:pathLst>
                <a:path w="15001" h="8972" extrusionOk="0">
                  <a:moveTo>
                    <a:pt x="12971" y="0"/>
                  </a:moveTo>
                  <a:lnTo>
                    <a:pt x="630" y="6658"/>
                  </a:lnTo>
                  <a:lnTo>
                    <a:pt x="1" y="8972"/>
                  </a:lnTo>
                  <a:lnTo>
                    <a:pt x="996" y="7165"/>
                  </a:lnTo>
                  <a:lnTo>
                    <a:pt x="12586" y="1116"/>
                  </a:lnTo>
                  <a:lnTo>
                    <a:pt x="15001" y="568"/>
                  </a:lnTo>
                  <a:lnTo>
                    <a:pt x="129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8"/>
            <p:cNvSpPr/>
            <p:nvPr/>
          </p:nvSpPr>
          <p:spPr>
            <a:xfrm>
              <a:off x="1674675" y="2483750"/>
              <a:ext cx="369450" cy="375550"/>
            </a:xfrm>
            <a:custGeom>
              <a:avLst/>
              <a:gdLst/>
              <a:ahLst/>
              <a:cxnLst/>
              <a:rect l="l" t="t" r="r" b="b"/>
              <a:pathLst>
                <a:path w="14778" h="15022" extrusionOk="0">
                  <a:moveTo>
                    <a:pt x="14777" y="1"/>
                  </a:moveTo>
                  <a:lnTo>
                    <a:pt x="12220" y="224"/>
                  </a:lnTo>
                  <a:lnTo>
                    <a:pt x="1" y="10454"/>
                  </a:lnTo>
                  <a:lnTo>
                    <a:pt x="731" y="15021"/>
                  </a:lnTo>
                  <a:lnTo>
                    <a:pt x="1198" y="10901"/>
                  </a:lnTo>
                  <a:lnTo>
                    <a:pt x="12382" y="1198"/>
                  </a:lnTo>
                  <a:lnTo>
                    <a:pt x="14777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8"/>
            <p:cNvSpPr/>
            <p:nvPr/>
          </p:nvSpPr>
          <p:spPr>
            <a:xfrm>
              <a:off x="1355500" y="2851750"/>
              <a:ext cx="313125" cy="264300"/>
            </a:xfrm>
            <a:custGeom>
              <a:avLst/>
              <a:gdLst/>
              <a:ahLst/>
              <a:cxnLst/>
              <a:rect l="l" t="t" r="r" b="b"/>
              <a:pathLst>
                <a:path w="12525" h="10572" extrusionOk="0">
                  <a:moveTo>
                    <a:pt x="8238" y="0"/>
                  </a:moveTo>
                  <a:cubicBezTo>
                    <a:pt x="8024" y="0"/>
                    <a:pt x="7832" y="24"/>
                    <a:pt x="7673" y="78"/>
                  </a:cubicBezTo>
                  <a:cubicBezTo>
                    <a:pt x="6130" y="606"/>
                    <a:pt x="4385" y="1275"/>
                    <a:pt x="3979" y="1742"/>
                  </a:cubicBezTo>
                  <a:cubicBezTo>
                    <a:pt x="3207" y="2574"/>
                    <a:pt x="3045" y="4949"/>
                    <a:pt x="1726" y="6634"/>
                  </a:cubicBezTo>
                  <a:cubicBezTo>
                    <a:pt x="1482" y="6959"/>
                    <a:pt x="853" y="7730"/>
                    <a:pt x="0" y="8785"/>
                  </a:cubicBezTo>
                  <a:lnTo>
                    <a:pt x="528" y="10572"/>
                  </a:lnTo>
                  <a:lnTo>
                    <a:pt x="1401" y="8664"/>
                  </a:lnTo>
                  <a:cubicBezTo>
                    <a:pt x="1401" y="8664"/>
                    <a:pt x="4080" y="6269"/>
                    <a:pt x="4364" y="4726"/>
                  </a:cubicBezTo>
                  <a:cubicBezTo>
                    <a:pt x="4649" y="3183"/>
                    <a:pt x="5095" y="2716"/>
                    <a:pt x="6902" y="1539"/>
                  </a:cubicBezTo>
                  <a:cubicBezTo>
                    <a:pt x="7619" y="1072"/>
                    <a:pt x="8654" y="931"/>
                    <a:pt x="9641" y="931"/>
                  </a:cubicBezTo>
                  <a:cubicBezTo>
                    <a:pt x="11138" y="931"/>
                    <a:pt x="12524" y="1255"/>
                    <a:pt x="12524" y="1255"/>
                  </a:cubicBezTo>
                  <a:cubicBezTo>
                    <a:pt x="12524" y="1255"/>
                    <a:pt x="9794" y="0"/>
                    <a:pt x="823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8"/>
            <p:cNvSpPr/>
            <p:nvPr/>
          </p:nvSpPr>
          <p:spPr>
            <a:xfrm>
              <a:off x="1121050" y="3061225"/>
              <a:ext cx="247675" cy="295850"/>
            </a:xfrm>
            <a:custGeom>
              <a:avLst/>
              <a:gdLst/>
              <a:ahLst/>
              <a:cxnLst/>
              <a:rect l="l" t="t" r="r" b="b"/>
              <a:pathLst>
                <a:path w="9907" h="11834" extrusionOk="0">
                  <a:moveTo>
                    <a:pt x="9703" y="0"/>
                  </a:moveTo>
                  <a:cubicBezTo>
                    <a:pt x="9520" y="203"/>
                    <a:pt x="9338" y="447"/>
                    <a:pt x="9135" y="691"/>
                  </a:cubicBezTo>
                  <a:cubicBezTo>
                    <a:pt x="9196" y="1117"/>
                    <a:pt x="9236" y="1563"/>
                    <a:pt x="9236" y="2010"/>
                  </a:cubicBezTo>
                  <a:cubicBezTo>
                    <a:pt x="9236" y="6902"/>
                    <a:pt x="5380" y="10900"/>
                    <a:pt x="569" y="11144"/>
                  </a:cubicBezTo>
                  <a:cubicBezTo>
                    <a:pt x="366" y="11387"/>
                    <a:pt x="184" y="11611"/>
                    <a:pt x="1" y="11834"/>
                  </a:cubicBezTo>
                  <a:lnTo>
                    <a:pt x="82" y="11834"/>
                  </a:lnTo>
                  <a:cubicBezTo>
                    <a:pt x="5502" y="11834"/>
                    <a:pt x="9906" y="7429"/>
                    <a:pt x="9906" y="2010"/>
                  </a:cubicBezTo>
                  <a:cubicBezTo>
                    <a:pt x="9906" y="1320"/>
                    <a:pt x="9845" y="650"/>
                    <a:pt x="970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" name="Google Shape;368;p38"/>
            <p:cNvSpPr/>
            <p:nvPr/>
          </p:nvSpPr>
          <p:spPr>
            <a:xfrm>
              <a:off x="1299675" y="3850300"/>
              <a:ext cx="98975" cy="436925"/>
            </a:xfrm>
            <a:custGeom>
              <a:avLst/>
              <a:gdLst/>
              <a:ahLst/>
              <a:cxnLst/>
              <a:rect l="l" t="t" r="r" b="b"/>
              <a:pathLst>
                <a:path w="3959" h="17477" extrusionOk="0">
                  <a:moveTo>
                    <a:pt x="2984" y="0"/>
                  </a:moveTo>
                  <a:lnTo>
                    <a:pt x="1" y="17476"/>
                  </a:lnTo>
                  <a:lnTo>
                    <a:pt x="3959" y="792"/>
                  </a:lnTo>
                  <a:lnTo>
                    <a:pt x="298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38"/>
            <p:cNvSpPr/>
            <p:nvPr/>
          </p:nvSpPr>
          <p:spPr>
            <a:xfrm>
              <a:off x="1387975" y="3826450"/>
              <a:ext cx="59400" cy="35550"/>
            </a:xfrm>
            <a:custGeom>
              <a:avLst/>
              <a:gdLst/>
              <a:ahLst/>
              <a:cxnLst/>
              <a:rect l="l" t="t" r="r" b="b"/>
              <a:pathLst>
                <a:path w="2376" h="1422" extrusionOk="0">
                  <a:moveTo>
                    <a:pt x="975" y="0"/>
                  </a:moveTo>
                  <a:lnTo>
                    <a:pt x="0" y="609"/>
                  </a:lnTo>
                  <a:lnTo>
                    <a:pt x="975" y="1421"/>
                  </a:lnTo>
                  <a:lnTo>
                    <a:pt x="2375" y="954"/>
                  </a:lnTo>
                  <a:lnTo>
                    <a:pt x="975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38"/>
            <p:cNvSpPr/>
            <p:nvPr/>
          </p:nvSpPr>
          <p:spPr>
            <a:xfrm>
              <a:off x="1506200" y="2736975"/>
              <a:ext cx="131450" cy="102025"/>
            </a:xfrm>
            <a:custGeom>
              <a:avLst/>
              <a:gdLst/>
              <a:ahLst/>
              <a:cxnLst/>
              <a:rect l="l" t="t" r="r" b="b"/>
              <a:pathLst>
                <a:path w="5258" h="4081" extrusionOk="0">
                  <a:moveTo>
                    <a:pt x="4974" y="0"/>
                  </a:moveTo>
                  <a:cubicBezTo>
                    <a:pt x="2497" y="0"/>
                    <a:pt x="468" y="1746"/>
                    <a:pt x="1" y="4080"/>
                  </a:cubicBezTo>
                  <a:cubicBezTo>
                    <a:pt x="853" y="2192"/>
                    <a:pt x="2761" y="873"/>
                    <a:pt x="4974" y="873"/>
                  </a:cubicBezTo>
                  <a:lnTo>
                    <a:pt x="5055" y="873"/>
                  </a:lnTo>
                  <a:lnTo>
                    <a:pt x="5258" y="21"/>
                  </a:lnTo>
                  <a:cubicBezTo>
                    <a:pt x="5156" y="0"/>
                    <a:pt x="5075" y="0"/>
                    <a:pt x="497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38"/>
            <p:cNvSpPr/>
            <p:nvPr/>
          </p:nvSpPr>
          <p:spPr>
            <a:xfrm>
              <a:off x="1038350" y="3368725"/>
              <a:ext cx="97950" cy="188300"/>
            </a:xfrm>
            <a:custGeom>
              <a:avLst/>
              <a:gdLst/>
              <a:ahLst/>
              <a:cxnLst/>
              <a:rect l="l" t="t" r="r" b="b"/>
              <a:pathLst>
                <a:path w="3918" h="7532" extrusionOk="0">
                  <a:moveTo>
                    <a:pt x="2923" y="1"/>
                  </a:moveTo>
                  <a:lnTo>
                    <a:pt x="0" y="3553"/>
                  </a:lnTo>
                  <a:lnTo>
                    <a:pt x="427" y="7531"/>
                  </a:lnTo>
                  <a:lnTo>
                    <a:pt x="873" y="3979"/>
                  </a:lnTo>
                  <a:lnTo>
                    <a:pt x="391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38"/>
            <p:cNvSpPr/>
            <p:nvPr/>
          </p:nvSpPr>
          <p:spPr>
            <a:xfrm>
              <a:off x="411650" y="3545825"/>
              <a:ext cx="626725" cy="879425"/>
            </a:xfrm>
            <a:custGeom>
              <a:avLst/>
              <a:gdLst/>
              <a:ahLst/>
              <a:cxnLst/>
              <a:rect l="l" t="t" r="r" b="b"/>
              <a:pathLst>
                <a:path w="25069" h="35177" extrusionOk="0">
                  <a:moveTo>
                    <a:pt x="23242" y="1"/>
                  </a:moveTo>
                  <a:lnTo>
                    <a:pt x="1" y="35176"/>
                  </a:lnTo>
                  <a:lnTo>
                    <a:pt x="25068" y="1462"/>
                  </a:lnTo>
                  <a:lnTo>
                    <a:pt x="23242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38"/>
            <p:cNvSpPr/>
            <p:nvPr/>
          </p:nvSpPr>
          <p:spPr>
            <a:xfrm>
              <a:off x="2167900" y="2926925"/>
              <a:ext cx="320225" cy="141425"/>
            </a:xfrm>
            <a:custGeom>
              <a:avLst/>
              <a:gdLst/>
              <a:ahLst/>
              <a:cxnLst/>
              <a:rect l="l" t="t" r="r" b="b"/>
              <a:pathLst>
                <a:path w="12809" h="5657" extrusionOk="0">
                  <a:moveTo>
                    <a:pt x="10957" y="1"/>
                  </a:moveTo>
                  <a:cubicBezTo>
                    <a:pt x="7302" y="1"/>
                    <a:pt x="1" y="4175"/>
                    <a:pt x="1" y="4175"/>
                  </a:cubicBezTo>
                  <a:lnTo>
                    <a:pt x="1" y="5657"/>
                  </a:lnTo>
                  <a:cubicBezTo>
                    <a:pt x="1" y="5657"/>
                    <a:pt x="407" y="4621"/>
                    <a:pt x="549" y="4439"/>
                  </a:cubicBezTo>
                  <a:cubicBezTo>
                    <a:pt x="691" y="4256"/>
                    <a:pt x="4629" y="2754"/>
                    <a:pt x="7673" y="1414"/>
                  </a:cubicBezTo>
                  <a:cubicBezTo>
                    <a:pt x="9231" y="719"/>
                    <a:pt x="10538" y="549"/>
                    <a:pt x="11444" y="549"/>
                  </a:cubicBezTo>
                  <a:cubicBezTo>
                    <a:pt x="12310" y="549"/>
                    <a:pt x="12809" y="704"/>
                    <a:pt x="12809" y="704"/>
                  </a:cubicBezTo>
                  <a:cubicBezTo>
                    <a:pt x="12667" y="562"/>
                    <a:pt x="12525" y="460"/>
                    <a:pt x="12362" y="339"/>
                  </a:cubicBezTo>
                  <a:cubicBezTo>
                    <a:pt x="12011" y="103"/>
                    <a:pt x="11528" y="1"/>
                    <a:pt x="1095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" name="Google Shape;374;p38"/>
            <p:cNvSpPr/>
            <p:nvPr/>
          </p:nvSpPr>
          <p:spPr>
            <a:xfrm>
              <a:off x="1630525" y="3068325"/>
              <a:ext cx="516600" cy="251725"/>
            </a:xfrm>
            <a:custGeom>
              <a:avLst/>
              <a:gdLst/>
              <a:ahLst/>
              <a:cxnLst/>
              <a:rect l="l" t="t" r="r" b="b"/>
              <a:pathLst>
                <a:path w="20664" h="10069" extrusionOk="0">
                  <a:moveTo>
                    <a:pt x="19202" y="1"/>
                  </a:moveTo>
                  <a:lnTo>
                    <a:pt x="1" y="10068"/>
                  </a:lnTo>
                  <a:cubicBezTo>
                    <a:pt x="6" y="10068"/>
                    <a:pt x="11" y="10069"/>
                    <a:pt x="17" y="10069"/>
                  </a:cubicBezTo>
                  <a:cubicBezTo>
                    <a:pt x="1774" y="10069"/>
                    <a:pt x="19080" y="447"/>
                    <a:pt x="19080" y="447"/>
                  </a:cubicBezTo>
                  <a:lnTo>
                    <a:pt x="20664" y="447"/>
                  </a:lnTo>
                  <a:lnTo>
                    <a:pt x="2044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5" name="Google Shape;375;p38"/>
            <p:cNvSpPr/>
            <p:nvPr/>
          </p:nvSpPr>
          <p:spPr>
            <a:xfrm>
              <a:off x="2209000" y="2407125"/>
              <a:ext cx="280150" cy="199975"/>
            </a:xfrm>
            <a:custGeom>
              <a:avLst/>
              <a:gdLst/>
              <a:ahLst/>
              <a:cxnLst/>
              <a:rect l="l" t="t" r="r" b="b"/>
              <a:pathLst>
                <a:path w="11206" h="7999" extrusionOk="0">
                  <a:moveTo>
                    <a:pt x="11205" y="1"/>
                  </a:moveTo>
                  <a:lnTo>
                    <a:pt x="11205" y="1"/>
                  </a:lnTo>
                  <a:cubicBezTo>
                    <a:pt x="11144" y="21"/>
                    <a:pt x="11104" y="21"/>
                    <a:pt x="11104" y="21"/>
                  </a:cubicBezTo>
                  <a:lnTo>
                    <a:pt x="1" y="7917"/>
                  </a:lnTo>
                  <a:lnTo>
                    <a:pt x="508" y="7998"/>
                  </a:lnTo>
                  <a:lnTo>
                    <a:pt x="11104" y="833"/>
                  </a:lnTo>
                  <a:lnTo>
                    <a:pt x="1120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38"/>
            <p:cNvSpPr/>
            <p:nvPr/>
          </p:nvSpPr>
          <p:spPr>
            <a:xfrm>
              <a:off x="1848225" y="2649700"/>
              <a:ext cx="293325" cy="340500"/>
            </a:xfrm>
            <a:custGeom>
              <a:avLst/>
              <a:gdLst/>
              <a:ahLst/>
              <a:cxnLst/>
              <a:rect l="l" t="t" r="r" b="b"/>
              <a:pathLst>
                <a:path w="11733" h="13620" extrusionOk="0">
                  <a:moveTo>
                    <a:pt x="11712" y="0"/>
                  </a:moveTo>
                  <a:lnTo>
                    <a:pt x="0" y="13620"/>
                  </a:lnTo>
                  <a:lnTo>
                    <a:pt x="569" y="13620"/>
                  </a:lnTo>
                  <a:lnTo>
                    <a:pt x="11732" y="1096"/>
                  </a:lnTo>
                  <a:lnTo>
                    <a:pt x="1173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38"/>
            <p:cNvSpPr/>
            <p:nvPr/>
          </p:nvSpPr>
          <p:spPr>
            <a:xfrm>
              <a:off x="2544425" y="2289925"/>
              <a:ext cx="241575" cy="107075"/>
            </a:xfrm>
            <a:custGeom>
              <a:avLst/>
              <a:gdLst/>
              <a:ahLst/>
              <a:cxnLst/>
              <a:rect l="l" t="t" r="r" b="b"/>
              <a:pathLst>
                <a:path w="9663" h="4283" extrusionOk="0">
                  <a:moveTo>
                    <a:pt x="9662" y="0"/>
                  </a:moveTo>
                  <a:lnTo>
                    <a:pt x="9662" y="0"/>
                  </a:lnTo>
                  <a:cubicBezTo>
                    <a:pt x="9622" y="20"/>
                    <a:pt x="8445" y="792"/>
                    <a:pt x="6354" y="1746"/>
                  </a:cubicBezTo>
                  <a:cubicBezTo>
                    <a:pt x="5055" y="2355"/>
                    <a:pt x="2091" y="3329"/>
                    <a:pt x="1" y="3999"/>
                  </a:cubicBezTo>
                  <a:lnTo>
                    <a:pt x="346" y="4283"/>
                  </a:lnTo>
                  <a:lnTo>
                    <a:pt x="6476" y="2233"/>
                  </a:lnTo>
                  <a:cubicBezTo>
                    <a:pt x="7754" y="1807"/>
                    <a:pt x="8850" y="1015"/>
                    <a:pt x="966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38"/>
            <p:cNvSpPr/>
            <p:nvPr/>
          </p:nvSpPr>
          <p:spPr>
            <a:xfrm>
              <a:off x="1984225" y="2412200"/>
              <a:ext cx="83750" cy="57875"/>
            </a:xfrm>
            <a:custGeom>
              <a:avLst/>
              <a:gdLst/>
              <a:ahLst/>
              <a:cxnLst/>
              <a:rect l="l" t="t" r="r" b="b"/>
              <a:pathLst>
                <a:path w="3350" h="2315" extrusionOk="0">
                  <a:moveTo>
                    <a:pt x="2476" y="1"/>
                  </a:moveTo>
                  <a:cubicBezTo>
                    <a:pt x="1157" y="1"/>
                    <a:pt x="81" y="1016"/>
                    <a:pt x="0" y="2315"/>
                  </a:cubicBezTo>
                  <a:cubicBezTo>
                    <a:pt x="284" y="1259"/>
                    <a:pt x="1259" y="488"/>
                    <a:pt x="2395" y="488"/>
                  </a:cubicBezTo>
                  <a:cubicBezTo>
                    <a:pt x="2659" y="488"/>
                    <a:pt x="2923" y="549"/>
                    <a:pt x="3167" y="630"/>
                  </a:cubicBezTo>
                  <a:lnTo>
                    <a:pt x="3349" y="163"/>
                  </a:lnTo>
                  <a:cubicBezTo>
                    <a:pt x="3065" y="62"/>
                    <a:pt x="2781" y="1"/>
                    <a:pt x="247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38"/>
            <p:cNvSpPr/>
            <p:nvPr/>
          </p:nvSpPr>
          <p:spPr>
            <a:xfrm>
              <a:off x="2407425" y="2199600"/>
              <a:ext cx="83750" cy="24875"/>
            </a:xfrm>
            <a:custGeom>
              <a:avLst/>
              <a:gdLst/>
              <a:ahLst/>
              <a:cxnLst/>
              <a:rect l="l" t="t" r="r" b="b"/>
              <a:pathLst>
                <a:path w="3350" h="995" extrusionOk="0">
                  <a:moveTo>
                    <a:pt x="1990" y="0"/>
                  </a:moveTo>
                  <a:cubicBezTo>
                    <a:pt x="1178" y="0"/>
                    <a:pt x="467" y="386"/>
                    <a:pt x="0" y="995"/>
                  </a:cubicBezTo>
                  <a:cubicBezTo>
                    <a:pt x="427" y="670"/>
                    <a:pt x="954" y="487"/>
                    <a:pt x="1543" y="487"/>
                  </a:cubicBezTo>
                  <a:cubicBezTo>
                    <a:pt x="2010" y="487"/>
                    <a:pt x="2456" y="609"/>
                    <a:pt x="2842" y="832"/>
                  </a:cubicBezTo>
                  <a:cubicBezTo>
                    <a:pt x="2984" y="711"/>
                    <a:pt x="3167" y="569"/>
                    <a:pt x="3349" y="406"/>
                  </a:cubicBezTo>
                  <a:cubicBezTo>
                    <a:pt x="2964" y="163"/>
                    <a:pt x="2497" y="0"/>
                    <a:pt x="19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38"/>
            <p:cNvSpPr/>
            <p:nvPr/>
          </p:nvSpPr>
          <p:spPr>
            <a:xfrm>
              <a:off x="2270925" y="3027725"/>
              <a:ext cx="237500" cy="223300"/>
            </a:xfrm>
            <a:custGeom>
              <a:avLst/>
              <a:gdLst/>
              <a:ahLst/>
              <a:cxnLst/>
              <a:rect l="l" t="t" r="r" b="b"/>
              <a:pathLst>
                <a:path w="9500" h="8932" extrusionOk="0">
                  <a:moveTo>
                    <a:pt x="9500" y="1"/>
                  </a:moveTo>
                  <a:cubicBezTo>
                    <a:pt x="9500" y="1"/>
                    <a:pt x="7957" y="2558"/>
                    <a:pt x="6090" y="4081"/>
                  </a:cubicBezTo>
                  <a:cubicBezTo>
                    <a:pt x="4243" y="5603"/>
                    <a:pt x="0" y="8627"/>
                    <a:pt x="0" y="8627"/>
                  </a:cubicBezTo>
                  <a:lnTo>
                    <a:pt x="508" y="8932"/>
                  </a:lnTo>
                  <a:cubicBezTo>
                    <a:pt x="508" y="8932"/>
                    <a:pt x="6211" y="4771"/>
                    <a:pt x="7795" y="3066"/>
                  </a:cubicBezTo>
                  <a:cubicBezTo>
                    <a:pt x="8505" y="2294"/>
                    <a:pt x="9215" y="1178"/>
                    <a:pt x="9500" y="21"/>
                  </a:cubicBezTo>
                  <a:cubicBezTo>
                    <a:pt x="9500" y="21"/>
                    <a:pt x="9500" y="1"/>
                    <a:pt x="950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1" name="Google Shape;381;p38"/>
            <p:cNvSpPr/>
            <p:nvPr/>
          </p:nvSpPr>
          <p:spPr>
            <a:xfrm>
              <a:off x="2352100" y="3157650"/>
              <a:ext cx="206925" cy="158850"/>
            </a:xfrm>
            <a:custGeom>
              <a:avLst/>
              <a:gdLst/>
              <a:ahLst/>
              <a:cxnLst/>
              <a:rect l="l" t="t" r="r" b="b"/>
              <a:pathLst>
                <a:path w="8277" h="6354" extrusionOk="0">
                  <a:moveTo>
                    <a:pt x="8140" y="0"/>
                  </a:moveTo>
                  <a:cubicBezTo>
                    <a:pt x="8140" y="0"/>
                    <a:pt x="1056" y="5014"/>
                    <a:pt x="1" y="6353"/>
                  </a:cubicBezTo>
                  <a:cubicBezTo>
                    <a:pt x="2763" y="4292"/>
                    <a:pt x="7774" y="810"/>
                    <a:pt x="8128" y="810"/>
                  </a:cubicBezTo>
                  <a:cubicBezTo>
                    <a:pt x="8133" y="810"/>
                    <a:pt x="8137" y="811"/>
                    <a:pt x="8140" y="812"/>
                  </a:cubicBezTo>
                  <a:cubicBezTo>
                    <a:pt x="8147" y="814"/>
                    <a:pt x="8153" y="815"/>
                    <a:pt x="8159" y="815"/>
                  </a:cubicBezTo>
                  <a:cubicBezTo>
                    <a:pt x="8277" y="815"/>
                    <a:pt x="8218" y="426"/>
                    <a:pt x="81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82" name="Google Shape;382;p38"/>
          <p:cNvGrpSpPr/>
          <p:nvPr/>
        </p:nvGrpSpPr>
        <p:grpSpPr>
          <a:xfrm>
            <a:off x="6779025" y="349504"/>
            <a:ext cx="913425" cy="370975"/>
            <a:chOff x="6514150" y="4420266"/>
            <a:chExt cx="913425" cy="370975"/>
          </a:xfrm>
        </p:grpSpPr>
        <p:sp>
          <p:nvSpPr>
            <p:cNvPr id="383" name="Google Shape;383;p38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4" name="Google Shape;384;p38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85" name="Google Shape;385;p38"/>
          <p:cNvSpPr/>
          <p:nvPr/>
        </p:nvSpPr>
        <p:spPr>
          <a:xfrm>
            <a:off x="2086350" y="823325"/>
            <a:ext cx="1270200" cy="1270200"/>
          </a:xfrm>
          <a:prstGeom prst="ellipse">
            <a:avLst/>
          </a:prstGeom>
          <a:solidFill>
            <a:schemeClr val="accent1">
              <a:alpha val="359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86" name="Google Shape;386;p38"/>
          <p:cNvGrpSpPr/>
          <p:nvPr/>
        </p:nvGrpSpPr>
        <p:grpSpPr>
          <a:xfrm>
            <a:off x="3091863" y="1052012"/>
            <a:ext cx="537556" cy="136576"/>
            <a:chOff x="2641350" y="846250"/>
            <a:chExt cx="413600" cy="105075"/>
          </a:xfrm>
        </p:grpSpPr>
        <p:sp>
          <p:nvSpPr>
            <p:cNvPr id="387" name="Google Shape;387;p38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8" name="Google Shape;388;p38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9" name="Google Shape;389;p38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0" name="Google Shape;390;p38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391" name="Google Shape;391;p38"/>
          <p:cNvCxnSpPr/>
          <p:nvPr/>
        </p:nvCxnSpPr>
        <p:spPr>
          <a:xfrm rot="10800000" flipH="1">
            <a:off x="3459250" y="3707110"/>
            <a:ext cx="4990500" cy="11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2" name="Google Shape;392;p38"/>
          <p:cNvSpPr txBox="1">
            <a:spLocks noGrp="1"/>
          </p:cNvSpPr>
          <p:nvPr>
            <p:ph type="subTitle" idx="2"/>
          </p:nvPr>
        </p:nvSpPr>
        <p:spPr>
          <a:xfrm>
            <a:off x="3356550" y="3840335"/>
            <a:ext cx="4412100" cy="40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Petre Horia Ioan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632AB FIIR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52B42F2-17E2-9ACC-7423-415CD8B776DA}"/>
              </a:ext>
            </a:extLst>
          </p:cNvPr>
          <p:cNvSpPr txBox="1"/>
          <p:nvPr/>
        </p:nvSpPr>
        <p:spPr>
          <a:xfrm>
            <a:off x="2109787" y="1583723"/>
            <a:ext cx="4924425" cy="1976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spcAft>
                <a:spcPts val="900"/>
              </a:spcAft>
            </a:pP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„Nu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antrenezi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o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rețea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neuronală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. O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lași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să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se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lupte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,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să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eșueze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,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să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se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adapteze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și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să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repete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–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până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când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eșecurile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ei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arată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 ca </a:t>
            </a:r>
            <a:r>
              <a:rPr lang="en-US" sz="2800" b="1" i="0" dirty="0" err="1">
                <a:solidFill>
                  <a:srgbClr val="E6E8F0"/>
                </a:solidFill>
                <a:effectLst/>
                <a:latin typeface="Google Sans"/>
              </a:rPr>
              <a:t>inteligența</a:t>
            </a:r>
            <a:r>
              <a:rPr lang="en-US" sz="2800" b="1" i="0" dirty="0">
                <a:solidFill>
                  <a:srgbClr val="E6E8F0"/>
                </a:solidFill>
                <a:effectLst/>
                <a:latin typeface="Google Sans"/>
              </a:rPr>
              <a:t>.”</a:t>
            </a:r>
          </a:p>
          <a:p>
            <a:pPr algn="ctr">
              <a:lnSpc>
                <a:spcPts val="1800"/>
              </a:lnSpc>
              <a:spcAft>
                <a:spcPts val="900"/>
              </a:spcAft>
            </a:pPr>
            <a:endParaRPr lang="en-US" sz="2800" b="1" i="0" dirty="0">
              <a:solidFill>
                <a:srgbClr val="E6E8F0"/>
              </a:solidFill>
              <a:effectLst/>
              <a:latin typeface="Google Sans"/>
            </a:endParaRPr>
          </a:p>
          <a:p>
            <a:pPr algn="ctr">
              <a:lnSpc>
                <a:spcPts val="1800"/>
              </a:lnSpc>
              <a:spcAft>
                <a:spcPts val="900"/>
              </a:spcAft>
            </a:pPr>
            <a:r>
              <a:rPr lang="en-US" sz="2800" b="0" i="0" dirty="0">
                <a:solidFill>
                  <a:srgbClr val="E6E8F0"/>
                </a:solidFill>
                <a:effectLst/>
                <a:latin typeface="Google Sans"/>
              </a:rPr>
              <a:t> – </a:t>
            </a:r>
            <a:r>
              <a:rPr lang="en-US" sz="2800" b="0" i="0" dirty="0" err="1">
                <a:solidFill>
                  <a:srgbClr val="E6E8F0"/>
                </a:solidFill>
                <a:effectLst/>
                <a:latin typeface="Google Sans"/>
              </a:rPr>
              <a:t>Emmimal</a:t>
            </a:r>
            <a:r>
              <a:rPr lang="en-US" sz="2800" b="0" i="0" dirty="0">
                <a:solidFill>
                  <a:srgbClr val="E6E8F0"/>
                </a:solidFill>
                <a:effectLst/>
                <a:latin typeface="Google Sans"/>
              </a:rPr>
              <a:t> P. Alexander</a:t>
            </a:r>
            <a:r>
              <a:rPr lang="en-US" sz="2800" dirty="0">
                <a:solidFill>
                  <a:srgbClr val="E6E8F0"/>
                </a:solidFill>
                <a:latin typeface="Google Sans"/>
              </a:rPr>
              <a:t> –</a:t>
            </a:r>
            <a:endParaRPr lang="en-US" sz="2800" b="0" i="0" dirty="0">
              <a:solidFill>
                <a:srgbClr val="E6E8F0"/>
              </a:solidFill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2114844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40"/>
          <p:cNvSpPr/>
          <p:nvPr/>
        </p:nvSpPr>
        <p:spPr>
          <a:xfrm>
            <a:off x="6037030" y="29227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" name="Google Shape;409;p40"/>
          <p:cNvSpPr/>
          <p:nvPr/>
        </p:nvSpPr>
        <p:spPr>
          <a:xfrm>
            <a:off x="6037192" y="10596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40"/>
          <p:cNvSpPr/>
          <p:nvPr/>
        </p:nvSpPr>
        <p:spPr>
          <a:xfrm>
            <a:off x="3336004" y="29227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1" name="Google Shape;411;p40"/>
          <p:cNvSpPr/>
          <p:nvPr/>
        </p:nvSpPr>
        <p:spPr>
          <a:xfrm>
            <a:off x="3336167" y="10596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2" name="Google Shape;412;p40"/>
          <p:cNvSpPr/>
          <p:nvPr/>
        </p:nvSpPr>
        <p:spPr>
          <a:xfrm>
            <a:off x="611870" y="2908666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3" name="Google Shape;413;p40"/>
          <p:cNvSpPr/>
          <p:nvPr/>
        </p:nvSpPr>
        <p:spPr>
          <a:xfrm>
            <a:off x="623800" y="1059641"/>
            <a:ext cx="2495100" cy="1798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4" name="Google Shape;414;p40"/>
          <p:cNvSpPr txBox="1">
            <a:spLocks noGrp="1"/>
          </p:cNvSpPr>
          <p:nvPr>
            <p:ph type="subTitle" idx="1"/>
          </p:nvPr>
        </p:nvSpPr>
        <p:spPr>
          <a:xfrm>
            <a:off x="7200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Descrierea ideii generale</a:t>
            </a:r>
            <a:endParaRPr dirty="0"/>
          </a:p>
        </p:txBody>
      </p:sp>
      <p:sp>
        <p:nvSpPr>
          <p:cNvPr id="415" name="Google Shape;415;p40"/>
          <p:cNvSpPr txBox="1">
            <a:spLocks noGrp="1"/>
          </p:cNvSpPr>
          <p:nvPr>
            <p:ph type="title"/>
          </p:nvPr>
        </p:nvSpPr>
        <p:spPr>
          <a:xfrm>
            <a:off x="720000" y="1621208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Desciere </a:t>
            </a:r>
            <a:endParaRPr dirty="0"/>
          </a:p>
        </p:txBody>
      </p:sp>
      <p:sp>
        <p:nvSpPr>
          <p:cNvPr id="416" name="Google Shape;416;p40"/>
          <p:cNvSpPr txBox="1">
            <a:spLocks noGrp="1"/>
          </p:cNvSpPr>
          <p:nvPr>
            <p:ph type="title" idx="2"/>
          </p:nvPr>
        </p:nvSpPr>
        <p:spPr>
          <a:xfrm>
            <a:off x="720000" y="1158483"/>
            <a:ext cx="9246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  <p:sp>
        <p:nvSpPr>
          <p:cNvPr id="417" name="Google Shape;417;p40"/>
          <p:cNvSpPr txBox="1">
            <a:spLocks noGrp="1"/>
          </p:cNvSpPr>
          <p:nvPr>
            <p:ph type="title" idx="3"/>
          </p:nvPr>
        </p:nvSpPr>
        <p:spPr>
          <a:xfrm>
            <a:off x="3403800" y="1621216"/>
            <a:ext cx="2336400" cy="7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dirty="0"/>
              <a:t>Studii de caz</a:t>
            </a:r>
            <a:endParaRPr sz="2000" dirty="0"/>
          </a:p>
        </p:txBody>
      </p:sp>
      <p:sp>
        <p:nvSpPr>
          <p:cNvPr id="418" name="Google Shape;418;p40"/>
          <p:cNvSpPr txBox="1">
            <a:spLocks noGrp="1"/>
          </p:cNvSpPr>
          <p:nvPr>
            <p:ph type="title" idx="4"/>
          </p:nvPr>
        </p:nvSpPr>
        <p:spPr>
          <a:xfrm>
            <a:off x="34038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02.</a:t>
            </a:r>
            <a:endParaRPr dirty="0"/>
          </a:p>
        </p:txBody>
      </p:sp>
      <p:sp>
        <p:nvSpPr>
          <p:cNvPr id="419" name="Google Shape;419;p40"/>
          <p:cNvSpPr txBox="1">
            <a:spLocks noGrp="1"/>
          </p:cNvSpPr>
          <p:nvPr>
            <p:ph type="subTitle" idx="5"/>
          </p:nvPr>
        </p:nvSpPr>
        <p:spPr>
          <a:xfrm>
            <a:off x="34038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Studii de caz din Romania asupra traficului rutiwe</a:t>
            </a:r>
            <a:endParaRPr dirty="0"/>
          </a:p>
        </p:txBody>
      </p:sp>
      <p:sp>
        <p:nvSpPr>
          <p:cNvPr id="420" name="Google Shape;420;p40"/>
          <p:cNvSpPr txBox="1">
            <a:spLocks noGrp="1"/>
          </p:cNvSpPr>
          <p:nvPr>
            <p:ph type="title" idx="6"/>
          </p:nvPr>
        </p:nvSpPr>
        <p:spPr>
          <a:xfrm>
            <a:off x="6087600" y="1621208"/>
            <a:ext cx="2724773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" sz="2000" dirty="0"/>
              <a:t>Sistemul cu Inteligenta artificala</a:t>
            </a:r>
            <a:endParaRPr sz="2000" dirty="0"/>
          </a:p>
        </p:txBody>
      </p:sp>
      <p:sp>
        <p:nvSpPr>
          <p:cNvPr id="421" name="Google Shape;421;p40"/>
          <p:cNvSpPr txBox="1">
            <a:spLocks noGrp="1"/>
          </p:cNvSpPr>
          <p:nvPr>
            <p:ph type="title" idx="7"/>
          </p:nvPr>
        </p:nvSpPr>
        <p:spPr>
          <a:xfrm>
            <a:off x="6087600" y="1158483"/>
            <a:ext cx="923400" cy="41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03.</a:t>
            </a:r>
            <a:endParaRPr dirty="0"/>
          </a:p>
        </p:txBody>
      </p:sp>
      <p:sp>
        <p:nvSpPr>
          <p:cNvPr id="422" name="Google Shape;422;p40"/>
          <p:cNvSpPr txBox="1">
            <a:spLocks noGrp="1"/>
          </p:cNvSpPr>
          <p:nvPr>
            <p:ph type="subTitle" idx="8"/>
          </p:nvPr>
        </p:nvSpPr>
        <p:spPr>
          <a:xfrm>
            <a:off x="6087600" y="2261249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Reteaua neuronala care va invata scoruri.</a:t>
            </a:r>
            <a:endParaRPr dirty="0"/>
          </a:p>
        </p:txBody>
      </p:sp>
      <p:sp>
        <p:nvSpPr>
          <p:cNvPr id="423" name="Google Shape;423;p40"/>
          <p:cNvSpPr txBox="1">
            <a:spLocks noGrp="1"/>
          </p:cNvSpPr>
          <p:nvPr>
            <p:ph type="title" idx="9"/>
          </p:nvPr>
        </p:nvSpPr>
        <p:spPr>
          <a:xfrm>
            <a:off x="7200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accent2"/>
                </a:solidFill>
              </a:rPr>
              <a:t>Fluxul</a:t>
            </a:r>
            <a:r>
              <a:rPr lang="en-US" dirty="0">
                <a:solidFill>
                  <a:schemeClr val="accent2"/>
                </a:solidFill>
              </a:rPr>
              <a:t> de date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24" name="Google Shape;424;p40"/>
          <p:cNvSpPr txBox="1">
            <a:spLocks noGrp="1"/>
          </p:cNvSpPr>
          <p:nvPr>
            <p:ph type="title" idx="13"/>
          </p:nvPr>
        </p:nvSpPr>
        <p:spPr>
          <a:xfrm>
            <a:off x="7200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04.</a:t>
            </a:r>
            <a:endParaRPr/>
          </a:p>
        </p:txBody>
      </p:sp>
      <p:sp>
        <p:nvSpPr>
          <p:cNvPr id="425" name="Google Shape;425;p40"/>
          <p:cNvSpPr txBox="1">
            <a:spLocks noGrp="1"/>
          </p:cNvSpPr>
          <p:nvPr>
            <p:ph type="subTitle" idx="14"/>
          </p:nvPr>
        </p:nvSpPr>
        <p:spPr>
          <a:xfrm>
            <a:off x="7200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Procesul prin care trec datele de intrare si iesire</a:t>
            </a:r>
            <a:endParaRPr dirty="0"/>
          </a:p>
        </p:txBody>
      </p:sp>
      <p:sp>
        <p:nvSpPr>
          <p:cNvPr id="426" name="Google Shape;426;p40"/>
          <p:cNvSpPr txBox="1">
            <a:spLocks noGrp="1"/>
          </p:cNvSpPr>
          <p:nvPr>
            <p:ph type="title" idx="15"/>
          </p:nvPr>
        </p:nvSpPr>
        <p:spPr>
          <a:xfrm>
            <a:off x="34038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solidFill>
                  <a:schemeClr val="accent2"/>
                </a:solidFill>
              </a:rPr>
              <a:t>Surse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27" name="Google Shape;427;p40"/>
          <p:cNvSpPr txBox="1">
            <a:spLocks noGrp="1"/>
          </p:cNvSpPr>
          <p:nvPr>
            <p:ph type="title" idx="16"/>
          </p:nvPr>
        </p:nvSpPr>
        <p:spPr>
          <a:xfrm>
            <a:off x="34038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05.</a:t>
            </a:r>
            <a:endParaRPr/>
          </a:p>
        </p:txBody>
      </p:sp>
      <p:sp>
        <p:nvSpPr>
          <p:cNvPr id="428" name="Google Shape;428;p40"/>
          <p:cNvSpPr txBox="1">
            <a:spLocks noGrp="1"/>
          </p:cNvSpPr>
          <p:nvPr>
            <p:ph type="subTitle" idx="17"/>
          </p:nvPr>
        </p:nvSpPr>
        <p:spPr>
          <a:xfrm>
            <a:off x="34038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Bibliografie+surse de inspiratie</a:t>
            </a:r>
            <a:endParaRPr dirty="0"/>
          </a:p>
        </p:txBody>
      </p:sp>
      <p:sp>
        <p:nvSpPr>
          <p:cNvPr id="429" name="Google Shape;429;p40"/>
          <p:cNvSpPr txBox="1">
            <a:spLocks noGrp="1"/>
          </p:cNvSpPr>
          <p:nvPr>
            <p:ph type="title" idx="18"/>
          </p:nvPr>
        </p:nvSpPr>
        <p:spPr>
          <a:xfrm>
            <a:off x="6087600" y="3475466"/>
            <a:ext cx="2336400" cy="72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Descriere aplicatie+ConCLuzii</a:t>
            </a:r>
            <a:endParaRPr dirty="0">
              <a:solidFill>
                <a:schemeClr val="accent2"/>
              </a:solidFill>
            </a:endParaRPr>
          </a:p>
        </p:txBody>
      </p:sp>
      <p:sp>
        <p:nvSpPr>
          <p:cNvPr id="430" name="Google Shape;430;p40"/>
          <p:cNvSpPr txBox="1">
            <a:spLocks noGrp="1"/>
          </p:cNvSpPr>
          <p:nvPr>
            <p:ph type="title" idx="19"/>
          </p:nvPr>
        </p:nvSpPr>
        <p:spPr>
          <a:xfrm>
            <a:off x="6087600" y="3012741"/>
            <a:ext cx="923400" cy="4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06.</a:t>
            </a:r>
            <a:endParaRPr dirty="0"/>
          </a:p>
        </p:txBody>
      </p:sp>
      <p:sp>
        <p:nvSpPr>
          <p:cNvPr id="431" name="Google Shape;431;p40"/>
          <p:cNvSpPr txBox="1">
            <a:spLocks noGrp="1"/>
          </p:cNvSpPr>
          <p:nvPr>
            <p:ph type="subTitle" idx="20"/>
          </p:nvPr>
        </p:nvSpPr>
        <p:spPr>
          <a:xfrm>
            <a:off x="6087600" y="4115508"/>
            <a:ext cx="23364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Functionalitatea modelului realizat.</a:t>
            </a:r>
            <a:endParaRPr dirty="0"/>
          </a:p>
        </p:txBody>
      </p:sp>
      <p:sp>
        <p:nvSpPr>
          <p:cNvPr id="432" name="Google Shape;432;p40"/>
          <p:cNvSpPr txBox="1">
            <a:spLocks noGrp="1"/>
          </p:cNvSpPr>
          <p:nvPr>
            <p:ph type="title" idx="21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CUprins</a:t>
            </a:r>
            <a:endParaRPr dirty="0"/>
          </a:p>
        </p:txBody>
      </p:sp>
      <p:sp>
        <p:nvSpPr>
          <p:cNvPr id="433" name="Google Shape;433;p40"/>
          <p:cNvSpPr/>
          <p:nvPr/>
        </p:nvSpPr>
        <p:spPr>
          <a:xfrm>
            <a:off x="8262473" y="1570679"/>
            <a:ext cx="549900" cy="549900"/>
          </a:xfrm>
          <a:prstGeom prst="ellipse">
            <a:avLst/>
          </a:prstGeom>
          <a:solidFill>
            <a:schemeClr val="accent1">
              <a:alpha val="359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4" name="Google Shape;434;p40"/>
          <p:cNvSpPr/>
          <p:nvPr/>
        </p:nvSpPr>
        <p:spPr>
          <a:xfrm>
            <a:off x="1402060" y="500977"/>
            <a:ext cx="796500" cy="796500"/>
          </a:xfrm>
          <a:prstGeom prst="ellipse">
            <a:avLst/>
          </a:prstGeom>
          <a:solidFill>
            <a:schemeClr val="accent1">
              <a:alpha val="3596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35" name="Google Shape;435;p40"/>
          <p:cNvGrpSpPr/>
          <p:nvPr/>
        </p:nvGrpSpPr>
        <p:grpSpPr>
          <a:xfrm rot="10800000">
            <a:off x="1186863" y="823412"/>
            <a:ext cx="537556" cy="136576"/>
            <a:chOff x="2641350" y="846250"/>
            <a:chExt cx="413600" cy="105075"/>
          </a:xfrm>
        </p:grpSpPr>
        <p:sp>
          <p:nvSpPr>
            <p:cNvPr id="436" name="Google Shape;436;p40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0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8" name="Google Shape;438;p40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9" name="Google Shape;439;p40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2"/>
          <p:cNvSpPr/>
          <p:nvPr/>
        </p:nvSpPr>
        <p:spPr>
          <a:xfrm>
            <a:off x="1441200" y="519600"/>
            <a:ext cx="6261600" cy="410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42"/>
          <p:cNvSpPr/>
          <p:nvPr/>
        </p:nvSpPr>
        <p:spPr>
          <a:xfrm>
            <a:off x="1791350" y="851550"/>
            <a:ext cx="55800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42"/>
          <p:cNvSpPr txBox="1">
            <a:spLocks noGrp="1"/>
          </p:cNvSpPr>
          <p:nvPr>
            <p:ph type="title"/>
          </p:nvPr>
        </p:nvSpPr>
        <p:spPr>
          <a:xfrm>
            <a:off x="2106050" y="2190967"/>
            <a:ext cx="4944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</a:t>
            </a:r>
            <a:endParaRPr dirty="0"/>
          </a:p>
        </p:txBody>
      </p:sp>
      <p:sp>
        <p:nvSpPr>
          <p:cNvPr id="460" name="Google Shape;460;p42"/>
          <p:cNvSpPr txBox="1">
            <a:spLocks noGrp="1"/>
          </p:cNvSpPr>
          <p:nvPr>
            <p:ph type="title" idx="2"/>
          </p:nvPr>
        </p:nvSpPr>
        <p:spPr>
          <a:xfrm>
            <a:off x="36389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01.</a:t>
            </a:r>
            <a:endParaRPr/>
          </a:p>
        </p:txBody>
      </p:sp>
      <p:sp>
        <p:nvSpPr>
          <p:cNvPr id="461" name="Google Shape;461;p42"/>
          <p:cNvSpPr txBox="1">
            <a:spLocks noGrp="1"/>
          </p:cNvSpPr>
          <p:nvPr>
            <p:ph type="subTitle" idx="1"/>
          </p:nvPr>
        </p:nvSpPr>
        <p:spPr>
          <a:xfrm>
            <a:off x="1897842" y="3055967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Descrierea ideii generale</a:t>
            </a:r>
            <a:endParaRPr dirty="0"/>
          </a:p>
        </p:txBody>
      </p:sp>
      <p:sp>
        <p:nvSpPr>
          <p:cNvPr id="462" name="Google Shape;462;p42"/>
          <p:cNvSpPr/>
          <p:nvPr/>
        </p:nvSpPr>
        <p:spPr>
          <a:xfrm>
            <a:off x="2195400" y="373100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3" name="Google Shape;463;p42"/>
          <p:cNvGrpSpPr/>
          <p:nvPr/>
        </p:nvGrpSpPr>
        <p:grpSpPr>
          <a:xfrm>
            <a:off x="2710863" y="1234912"/>
            <a:ext cx="537556" cy="136576"/>
            <a:chOff x="2641350" y="846250"/>
            <a:chExt cx="413600" cy="105075"/>
          </a:xfrm>
        </p:grpSpPr>
        <p:sp>
          <p:nvSpPr>
            <p:cNvPr id="464" name="Google Shape;464;p42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42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42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42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42"/>
          <p:cNvGrpSpPr/>
          <p:nvPr/>
        </p:nvGrpSpPr>
        <p:grpSpPr>
          <a:xfrm>
            <a:off x="2881200" y="4514854"/>
            <a:ext cx="3397850" cy="187275"/>
            <a:chOff x="-3237675" y="-1132050"/>
            <a:chExt cx="3397850" cy="187275"/>
          </a:xfrm>
        </p:grpSpPr>
        <p:sp>
          <p:nvSpPr>
            <p:cNvPr id="469" name="Google Shape;469;p42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42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42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42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42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42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42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42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42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8" name="Google Shape;478;p42"/>
          <p:cNvCxnSpPr/>
          <p:nvPr/>
        </p:nvCxnSpPr>
        <p:spPr>
          <a:xfrm rot="10800000" flipH="1">
            <a:off x="2195400" y="3762159"/>
            <a:ext cx="6957300" cy="22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3"/>
          <p:cNvSpPr/>
          <p:nvPr/>
        </p:nvSpPr>
        <p:spPr>
          <a:xfrm>
            <a:off x="715100" y="535000"/>
            <a:ext cx="4107600" cy="4073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84" name="Google Shape;484;p43"/>
          <p:cNvSpPr txBox="1">
            <a:spLocks noGrp="1"/>
          </p:cNvSpPr>
          <p:nvPr>
            <p:ph type="title"/>
          </p:nvPr>
        </p:nvSpPr>
        <p:spPr>
          <a:xfrm>
            <a:off x="896000" y="1424283"/>
            <a:ext cx="36759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Demoniul de interes</a:t>
            </a:r>
            <a:endParaRPr dirty="0"/>
          </a:p>
        </p:txBody>
      </p:sp>
      <p:grpSp>
        <p:nvGrpSpPr>
          <p:cNvPr id="485" name="Google Shape;485;p43"/>
          <p:cNvGrpSpPr/>
          <p:nvPr/>
        </p:nvGrpSpPr>
        <p:grpSpPr>
          <a:xfrm rot="10800000">
            <a:off x="-369277" y="3791021"/>
            <a:ext cx="2159530" cy="548628"/>
            <a:chOff x="2641350" y="846250"/>
            <a:chExt cx="413600" cy="105075"/>
          </a:xfrm>
        </p:grpSpPr>
        <p:sp>
          <p:nvSpPr>
            <p:cNvPr id="486" name="Google Shape;486;p4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4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4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4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0" name="Google Shape;490;p43"/>
          <p:cNvSpPr/>
          <p:nvPr/>
        </p:nvSpPr>
        <p:spPr>
          <a:xfrm>
            <a:off x="2728800" y="373100"/>
            <a:ext cx="998400" cy="9984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1" name="Google Shape;491;p43"/>
          <p:cNvGrpSpPr/>
          <p:nvPr/>
        </p:nvGrpSpPr>
        <p:grpSpPr>
          <a:xfrm>
            <a:off x="3244263" y="1234912"/>
            <a:ext cx="537556" cy="136576"/>
            <a:chOff x="2641350" y="846250"/>
            <a:chExt cx="413600" cy="105075"/>
          </a:xfrm>
        </p:grpSpPr>
        <p:sp>
          <p:nvSpPr>
            <p:cNvPr id="492" name="Google Shape;492;p4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4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4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4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6" name="Google Shape;496;p43"/>
          <p:cNvSpPr txBox="1">
            <a:spLocks noGrp="1"/>
          </p:cNvSpPr>
          <p:nvPr>
            <p:ph type="body" idx="1"/>
          </p:nvPr>
        </p:nvSpPr>
        <p:spPr>
          <a:xfrm>
            <a:off x="896000" y="2179726"/>
            <a:ext cx="3675900" cy="13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</a:rPr>
              <a:t>Tot conceptul va fi de mare ajutor mai ales pentru soferii incepatori dar si pentru prevenirea accidentelor auto si a ambuteiajelor rutiere.</a:t>
            </a:r>
            <a:endParaRPr dirty="0">
              <a:solidFill>
                <a:schemeClr val="dk1"/>
              </a:solidFill>
            </a:endParaRPr>
          </a:p>
        </p:txBody>
      </p:sp>
      <p:pic>
        <p:nvPicPr>
          <p:cNvPr id="497" name="Google Shape;497;p43"/>
          <p:cNvPicPr preferRelativeResize="0"/>
          <p:nvPr/>
        </p:nvPicPr>
        <p:blipFill rotWithShape="1">
          <a:blip r:embed="rId3">
            <a:alphaModFix/>
          </a:blip>
          <a:srcRect l="30496" r="20872"/>
          <a:stretch/>
        </p:blipFill>
        <p:spPr>
          <a:xfrm>
            <a:off x="5058425" y="-125"/>
            <a:ext cx="3369900" cy="4608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45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Cauzele</a:t>
            </a:r>
            <a:r>
              <a:rPr lang="en-US" dirty="0"/>
              <a:t> </a:t>
            </a:r>
            <a:r>
              <a:rPr lang="en-US" dirty="0" err="1"/>
              <a:t>accidentelor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522" name="Google Shape;522;p45"/>
          <p:cNvSpPr txBox="1">
            <a:spLocks noGrp="1"/>
          </p:cNvSpPr>
          <p:nvPr>
            <p:ph type="title"/>
          </p:nvPr>
        </p:nvSpPr>
        <p:spPr>
          <a:xfrm>
            <a:off x="8724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aglomeratia</a:t>
            </a:r>
            <a:endParaRPr dirty="0"/>
          </a:p>
        </p:txBody>
      </p:sp>
      <p:sp>
        <p:nvSpPr>
          <p:cNvPr id="523" name="Google Shape;523;p45"/>
          <p:cNvSpPr txBox="1">
            <a:spLocks noGrp="1"/>
          </p:cNvSpPr>
          <p:nvPr>
            <p:ph type="subTitle" idx="1"/>
          </p:nvPr>
        </p:nvSpPr>
        <p:spPr>
          <a:xfrm>
            <a:off x="8724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Aglomeratia duce adesea la stresul constant si conduce la graba.</a:t>
            </a:r>
            <a:endParaRPr dirty="0"/>
          </a:p>
        </p:txBody>
      </p:sp>
      <p:sp>
        <p:nvSpPr>
          <p:cNvPr id="524" name="Google Shape;524;p45"/>
          <p:cNvSpPr txBox="1">
            <a:spLocks noGrp="1"/>
          </p:cNvSpPr>
          <p:nvPr>
            <p:ph type="title" idx="2"/>
          </p:nvPr>
        </p:nvSpPr>
        <p:spPr>
          <a:xfrm>
            <a:off x="34038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Obtinerea permisului</a:t>
            </a:r>
            <a:endParaRPr dirty="0"/>
          </a:p>
        </p:txBody>
      </p:sp>
      <p:sp>
        <p:nvSpPr>
          <p:cNvPr id="525" name="Google Shape;525;p45"/>
          <p:cNvSpPr txBox="1">
            <a:spLocks noGrp="1"/>
          </p:cNvSpPr>
          <p:nvPr>
            <p:ph type="subTitle" idx="3"/>
          </p:nvPr>
        </p:nvSpPr>
        <p:spPr>
          <a:xfrm>
            <a:off x="34038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 multe cazuri examenul auto ar trebui sa fie mai complicat</a:t>
            </a:r>
            <a:endParaRPr dirty="0"/>
          </a:p>
        </p:txBody>
      </p:sp>
      <p:sp>
        <p:nvSpPr>
          <p:cNvPr id="526" name="Google Shape;526;p45"/>
          <p:cNvSpPr txBox="1">
            <a:spLocks noGrp="1"/>
          </p:cNvSpPr>
          <p:nvPr>
            <p:ph type="title" idx="4"/>
          </p:nvPr>
        </p:nvSpPr>
        <p:spPr>
          <a:xfrm>
            <a:off x="5935200" y="2645013"/>
            <a:ext cx="2336400" cy="4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Dezinsteres</a:t>
            </a:r>
            <a:endParaRPr dirty="0"/>
          </a:p>
        </p:txBody>
      </p:sp>
      <p:sp>
        <p:nvSpPr>
          <p:cNvPr id="527" name="Google Shape;527;p45"/>
          <p:cNvSpPr txBox="1">
            <a:spLocks noGrp="1"/>
          </p:cNvSpPr>
          <p:nvPr>
            <p:ph type="subTitle" idx="5"/>
          </p:nvPr>
        </p:nvSpPr>
        <p:spPr>
          <a:xfrm>
            <a:off x="5935200" y="3094224"/>
            <a:ext cx="2336400" cy="903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Dezinteresul soferilor si egoismul duce de multe ori la producerea accidentelor.</a:t>
            </a:r>
            <a:endParaRPr dirty="0"/>
          </a:p>
        </p:txBody>
      </p:sp>
      <p:sp>
        <p:nvSpPr>
          <p:cNvPr id="528" name="Google Shape;528;p45"/>
          <p:cNvSpPr/>
          <p:nvPr/>
        </p:nvSpPr>
        <p:spPr>
          <a:xfrm>
            <a:off x="4297684" y="1845808"/>
            <a:ext cx="548632" cy="548649"/>
          </a:xfrm>
          <a:custGeom>
            <a:avLst/>
            <a:gdLst/>
            <a:ahLst/>
            <a:cxnLst/>
            <a:rect l="l" t="t" r="r" b="b"/>
            <a:pathLst>
              <a:path w="12887" h="12698" extrusionOk="0">
                <a:moveTo>
                  <a:pt x="7814" y="3309"/>
                </a:moveTo>
                <a:cubicBezTo>
                  <a:pt x="7782" y="3592"/>
                  <a:pt x="7782" y="3907"/>
                  <a:pt x="7814" y="4159"/>
                </a:cubicBezTo>
                <a:lnTo>
                  <a:pt x="4947" y="4159"/>
                </a:lnTo>
                <a:cubicBezTo>
                  <a:pt x="4978" y="3876"/>
                  <a:pt x="4978" y="3592"/>
                  <a:pt x="4947" y="3309"/>
                </a:cubicBezTo>
                <a:close/>
                <a:moveTo>
                  <a:pt x="9830" y="788"/>
                </a:moveTo>
                <a:cubicBezTo>
                  <a:pt x="10082" y="788"/>
                  <a:pt x="10366" y="820"/>
                  <a:pt x="10618" y="946"/>
                </a:cubicBezTo>
                <a:cubicBezTo>
                  <a:pt x="11721" y="1481"/>
                  <a:pt x="12193" y="2678"/>
                  <a:pt x="11752" y="3718"/>
                </a:cubicBezTo>
                <a:cubicBezTo>
                  <a:pt x="11500" y="4254"/>
                  <a:pt x="11027" y="4695"/>
                  <a:pt x="10460" y="4884"/>
                </a:cubicBezTo>
                <a:cubicBezTo>
                  <a:pt x="10261" y="4950"/>
                  <a:pt x="10035" y="4990"/>
                  <a:pt x="9816" y="4990"/>
                </a:cubicBezTo>
                <a:cubicBezTo>
                  <a:pt x="9619" y="4990"/>
                  <a:pt x="9427" y="4958"/>
                  <a:pt x="9263" y="4884"/>
                </a:cubicBezTo>
                <a:cubicBezTo>
                  <a:pt x="9074" y="4821"/>
                  <a:pt x="8885" y="4663"/>
                  <a:pt x="8791" y="4474"/>
                </a:cubicBezTo>
                <a:cubicBezTo>
                  <a:pt x="8791" y="4411"/>
                  <a:pt x="8759" y="4380"/>
                  <a:pt x="8728" y="4348"/>
                </a:cubicBezTo>
                <a:cubicBezTo>
                  <a:pt x="8570" y="3970"/>
                  <a:pt x="8570" y="3561"/>
                  <a:pt x="8728" y="3183"/>
                </a:cubicBezTo>
                <a:cubicBezTo>
                  <a:pt x="8759" y="3151"/>
                  <a:pt x="8759" y="3120"/>
                  <a:pt x="8791" y="3088"/>
                </a:cubicBezTo>
                <a:cubicBezTo>
                  <a:pt x="8980" y="2710"/>
                  <a:pt x="9358" y="2521"/>
                  <a:pt x="9830" y="2521"/>
                </a:cubicBezTo>
                <a:cubicBezTo>
                  <a:pt x="9956" y="2521"/>
                  <a:pt x="10019" y="2552"/>
                  <a:pt x="10082" y="2615"/>
                </a:cubicBezTo>
                <a:cubicBezTo>
                  <a:pt x="10240" y="2773"/>
                  <a:pt x="10240" y="3025"/>
                  <a:pt x="10145" y="3183"/>
                </a:cubicBezTo>
                <a:cubicBezTo>
                  <a:pt x="10051" y="3309"/>
                  <a:pt x="9956" y="3340"/>
                  <a:pt x="9830" y="3340"/>
                </a:cubicBezTo>
                <a:cubicBezTo>
                  <a:pt x="9578" y="3340"/>
                  <a:pt x="9389" y="3561"/>
                  <a:pt x="9389" y="3781"/>
                </a:cubicBezTo>
                <a:cubicBezTo>
                  <a:pt x="9389" y="4033"/>
                  <a:pt x="9578" y="4222"/>
                  <a:pt x="9830" y="4222"/>
                </a:cubicBezTo>
                <a:cubicBezTo>
                  <a:pt x="10555" y="4222"/>
                  <a:pt x="11059" y="3655"/>
                  <a:pt x="11059" y="2962"/>
                </a:cubicBezTo>
                <a:cubicBezTo>
                  <a:pt x="11059" y="2395"/>
                  <a:pt x="10681" y="1891"/>
                  <a:pt x="10114" y="1733"/>
                </a:cubicBezTo>
                <a:cubicBezTo>
                  <a:pt x="10034" y="1721"/>
                  <a:pt x="9933" y="1712"/>
                  <a:pt x="9817" y="1712"/>
                </a:cubicBezTo>
                <a:cubicBezTo>
                  <a:pt x="9339" y="1712"/>
                  <a:pt x="8611" y="1861"/>
                  <a:pt x="8129" y="2521"/>
                </a:cubicBezTo>
                <a:lnTo>
                  <a:pt x="4600" y="2521"/>
                </a:lnTo>
                <a:cubicBezTo>
                  <a:pt x="4191" y="1985"/>
                  <a:pt x="3592" y="1702"/>
                  <a:pt x="2931" y="1702"/>
                </a:cubicBezTo>
                <a:cubicBezTo>
                  <a:pt x="2395" y="1702"/>
                  <a:pt x="1986" y="1985"/>
                  <a:pt x="1796" y="2458"/>
                </a:cubicBezTo>
                <a:cubicBezTo>
                  <a:pt x="1481" y="3246"/>
                  <a:pt x="1954" y="4191"/>
                  <a:pt x="2931" y="4191"/>
                </a:cubicBezTo>
                <a:cubicBezTo>
                  <a:pt x="3183" y="4191"/>
                  <a:pt x="3340" y="3970"/>
                  <a:pt x="3340" y="3750"/>
                </a:cubicBezTo>
                <a:cubicBezTo>
                  <a:pt x="3340" y="3498"/>
                  <a:pt x="3120" y="3309"/>
                  <a:pt x="2931" y="3309"/>
                </a:cubicBezTo>
                <a:cubicBezTo>
                  <a:pt x="2805" y="3309"/>
                  <a:pt x="2742" y="3277"/>
                  <a:pt x="2647" y="3246"/>
                </a:cubicBezTo>
                <a:cubicBezTo>
                  <a:pt x="2458" y="3057"/>
                  <a:pt x="2490" y="2615"/>
                  <a:pt x="2805" y="2521"/>
                </a:cubicBezTo>
                <a:cubicBezTo>
                  <a:pt x="2836" y="2513"/>
                  <a:pt x="2879" y="2509"/>
                  <a:pt x="2931" y="2509"/>
                </a:cubicBezTo>
                <a:cubicBezTo>
                  <a:pt x="3084" y="2509"/>
                  <a:pt x="3309" y="2545"/>
                  <a:pt x="3498" y="2615"/>
                </a:cubicBezTo>
                <a:cubicBezTo>
                  <a:pt x="3687" y="2678"/>
                  <a:pt x="3876" y="2836"/>
                  <a:pt x="3970" y="3025"/>
                </a:cubicBezTo>
                <a:cubicBezTo>
                  <a:pt x="3970" y="3088"/>
                  <a:pt x="4002" y="3120"/>
                  <a:pt x="4033" y="3151"/>
                </a:cubicBezTo>
                <a:cubicBezTo>
                  <a:pt x="4191" y="3498"/>
                  <a:pt x="4191" y="3939"/>
                  <a:pt x="4033" y="4285"/>
                </a:cubicBezTo>
                <a:cubicBezTo>
                  <a:pt x="4002" y="4348"/>
                  <a:pt x="4002" y="4380"/>
                  <a:pt x="3970" y="4411"/>
                </a:cubicBezTo>
                <a:cubicBezTo>
                  <a:pt x="3750" y="4726"/>
                  <a:pt x="3403" y="4978"/>
                  <a:pt x="2931" y="4978"/>
                </a:cubicBezTo>
                <a:cubicBezTo>
                  <a:pt x="1796" y="4978"/>
                  <a:pt x="851" y="4033"/>
                  <a:pt x="851" y="2899"/>
                </a:cubicBezTo>
                <a:cubicBezTo>
                  <a:pt x="851" y="1733"/>
                  <a:pt x="1765" y="851"/>
                  <a:pt x="2931" y="788"/>
                </a:cubicBezTo>
                <a:close/>
                <a:moveTo>
                  <a:pt x="7751" y="4915"/>
                </a:moveTo>
                <a:lnTo>
                  <a:pt x="7751" y="10618"/>
                </a:lnTo>
                <a:cubicBezTo>
                  <a:pt x="7751" y="10838"/>
                  <a:pt x="7940" y="11027"/>
                  <a:pt x="8129" y="11027"/>
                </a:cubicBezTo>
                <a:cubicBezTo>
                  <a:pt x="8318" y="11027"/>
                  <a:pt x="8570" y="10838"/>
                  <a:pt x="8570" y="10618"/>
                </a:cubicBezTo>
                <a:lnTo>
                  <a:pt x="8570" y="5419"/>
                </a:lnTo>
                <a:cubicBezTo>
                  <a:pt x="8791" y="5577"/>
                  <a:pt x="9074" y="5671"/>
                  <a:pt x="9389" y="5766"/>
                </a:cubicBezTo>
                <a:lnTo>
                  <a:pt x="9389" y="11878"/>
                </a:lnTo>
                <a:lnTo>
                  <a:pt x="3372" y="11878"/>
                </a:lnTo>
                <a:lnTo>
                  <a:pt x="3372" y="5766"/>
                </a:lnTo>
                <a:cubicBezTo>
                  <a:pt x="3687" y="5734"/>
                  <a:pt x="3970" y="5608"/>
                  <a:pt x="4191" y="5419"/>
                </a:cubicBezTo>
                <a:lnTo>
                  <a:pt x="4191" y="10618"/>
                </a:lnTo>
                <a:cubicBezTo>
                  <a:pt x="4191" y="10838"/>
                  <a:pt x="4380" y="11027"/>
                  <a:pt x="4600" y="11027"/>
                </a:cubicBezTo>
                <a:cubicBezTo>
                  <a:pt x="4821" y="11027"/>
                  <a:pt x="5010" y="10838"/>
                  <a:pt x="5010" y="10618"/>
                </a:cubicBezTo>
                <a:lnTo>
                  <a:pt x="5010" y="4915"/>
                </a:lnTo>
                <a:lnTo>
                  <a:pt x="5861" y="4915"/>
                </a:lnTo>
                <a:lnTo>
                  <a:pt x="5861" y="10618"/>
                </a:lnTo>
                <a:cubicBezTo>
                  <a:pt x="5861" y="10838"/>
                  <a:pt x="6050" y="11027"/>
                  <a:pt x="6239" y="11027"/>
                </a:cubicBezTo>
                <a:cubicBezTo>
                  <a:pt x="6428" y="11027"/>
                  <a:pt x="6648" y="10838"/>
                  <a:pt x="6648" y="10618"/>
                </a:cubicBezTo>
                <a:lnTo>
                  <a:pt x="6648" y="4915"/>
                </a:lnTo>
                <a:close/>
                <a:moveTo>
                  <a:pt x="2931" y="1"/>
                </a:moveTo>
                <a:cubicBezTo>
                  <a:pt x="1324" y="1"/>
                  <a:pt x="1" y="1324"/>
                  <a:pt x="1" y="2899"/>
                </a:cubicBezTo>
                <a:cubicBezTo>
                  <a:pt x="1" y="4348"/>
                  <a:pt x="1072" y="5514"/>
                  <a:pt x="2490" y="5766"/>
                </a:cubicBezTo>
                <a:lnTo>
                  <a:pt x="2490" y="12256"/>
                </a:lnTo>
                <a:cubicBezTo>
                  <a:pt x="2490" y="12508"/>
                  <a:pt x="2679" y="12697"/>
                  <a:pt x="2931" y="12697"/>
                </a:cubicBezTo>
                <a:lnTo>
                  <a:pt x="9830" y="12697"/>
                </a:lnTo>
                <a:cubicBezTo>
                  <a:pt x="10051" y="12697"/>
                  <a:pt x="10208" y="12508"/>
                  <a:pt x="10208" y="12256"/>
                </a:cubicBezTo>
                <a:lnTo>
                  <a:pt x="10208" y="5797"/>
                </a:lnTo>
                <a:cubicBezTo>
                  <a:pt x="10964" y="5671"/>
                  <a:pt x="11721" y="5293"/>
                  <a:pt x="12193" y="4537"/>
                </a:cubicBezTo>
                <a:cubicBezTo>
                  <a:pt x="12823" y="3718"/>
                  <a:pt x="12886" y="2678"/>
                  <a:pt x="12508" y="1796"/>
                </a:cubicBezTo>
                <a:cubicBezTo>
                  <a:pt x="12067" y="725"/>
                  <a:pt x="10996" y="1"/>
                  <a:pt x="9830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29" name="Google Shape;529;p45"/>
          <p:cNvGrpSpPr/>
          <p:nvPr/>
        </p:nvGrpSpPr>
        <p:grpSpPr>
          <a:xfrm>
            <a:off x="1759594" y="1845810"/>
            <a:ext cx="562012" cy="548643"/>
            <a:chOff x="-37190575" y="1951325"/>
            <a:chExt cx="324525" cy="315875"/>
          </a:xfrm>
        </p:grpSpPr>
        <p:sp>
          <p:nvSpPr>
            <p:cNvPr id="530" name="Google Shape;530;p45"/>
            <p:cNvSpPr/>
            <p:nvPr/>
          </p:nvSpPr>
          <p:spPr>
            <a:xfrm>
              <a:off x="-37190575" y="1951325"/>
              <a:ext cx="324525" cy="315875"/>
            </a:xfrm>
            <a:custGeom>
              <a:avLst/>
              <a:gdLst/>
              <a:ahLst/>
              <a:cxnLst/>
              <a:rect l="l" t="t" r="r" b="b"/>
              <a:pathLst>
                <a:path w="12981" h="12635" extrusionOk="0">
                  <a:moveTo>
                    <a:pt x="6693" y="790"/>
                  </a:moveTo>
                  <a:cubicBezTo>
                    <a:pt x="8301" y="790"/>
                    <a:pt x="9913" y="1489"/>
                    <a:pt x="11028" y="2868"/>
                  </a:cubicBezTo>
                  <a:cubicBezTo>
                    <a:pt x="11752" y="3813"/>
                    <a:pt x="12193" y="5010"/>
                    <a:pt x="12193" y="6270"/>
                  </a:cubicBezTo>
                  <a:cubicBezTo>
                    <a:pt x="12162" y="7058"/>
                    <a:pt x="11563" y="7593"/>
                    <a:pt x="10870" y="7593"/>
                  </a:cubicBezTo>
                  <a:lnTo>
                    <a:pt x="10019" y="7593"/>
                  </a:lnTo>
                  <a:cubicBezTo>
                    <a:pt x="8854" y="7593"/>
                    <a:pt x="7940" y="8539"/>
                    <a:pt x="7940" y="9704"/>
                  </a:cubicBezTo>
                  <a:lnTo>
                    <a:pt x="7940" y="10523"/>
                  </a:lnTo>
                  <a:cubicBezTo>
                    <a:pt x="7940" y="11216"/>
                    <a:pt x="7404" y="11784"/>
                    <a:pt x="6680" y="11815"/>
                  </a:cubicBezTo>
                  <a:cubicBezTo>
                    <a:pt x="6239" y="11815"/>
                    <a:pt x="5892" y="11784"/>
                    <a:pt x="5420" y="11658"/>
                  </a:cubicBezTo>
                  <a:cubicBezTo>
                    <a:pt x="3844" y="11311"/>
                    <a:pt x="2490" y="10208"/>
                    <a:pt x="1765" y="8791"/>
                  </a:cubicBezTo>
                  <a:cubicBezTo>
                    <a:pt x="536" y="6428"/>
                    <a:pt x="1261" y="3340"/>
                    <a:pt x="3624" y="1733"/>
                  </a:cubicBezTo>
                  <a:cubicBezTo>
                    <a:pt x="4545" y="1102"/>
                    <a:pt x="5618" y="790"/>
                    <a:pt x="6693" y="790"/>
                  </a:cubicBezTo>
                  <a:close/>
                  <a:moveTo>
                    <a:pt x="6648" y="1"/>
                  </a:moveTo>
                  <a:cubicBezTo>
                    <a:pt x="4474" y="1"/>
                    <a:pt x="2553" y="1103"/>
                    <a:pt x="1419" y="2805"/>
                  </a:cubicBezTo>
                  <a:cubicBezTo>
                    <a:pt x="95" y="4726"/>
                    <a:pt x="1" y="7215"/>
                    <a:pt x="1009" y="9169"/>
                  </a:cubicBezTo>
                  <a:cubicBezTo>
                    <a:pt x="2080" y="11216"/>
                    <a:pt x="4191" y="12634"/>
                    <a:pt x="6680" y="12634"/>
                  </a:cubicBezTo>
                  <a:cubicBezTo>
                    <a:pt x="7814" y="12634"/>
                    <a:pt x="8791" y="11689"/>
                    <a:pt x="8791" y="10523"/>
                  </a:cubicBezTo>
                  <a:lnTo>
                    <a:pt x="8791" y="9704"/>
                  </a:lnTo>
                  <a:cubicBezTo>
                    <a:pt x="8791" y="8980"/>
                    <a:pt x="9358" y="8444"/>
                    <a:pt x="10019" y="8444"/>
                  </a:cubicBezTo>
                  <a:lnTo>
                    <a:pt x="10870" y="8444"/>
                  </a:lnTo>
                  <a:cubicBezTo>
                    <a:pt x="12004" y="8444"/>
                    <a:pt x="12981" y="7499"/>
                    <a:pt x="12981" y="6333"/>
                  </a:cubicBezTo>
                  <a:cubicBezTo>
                    <a:pt x="12981" y="2962"/>
                    <a:pt x="10240" y="1"/>
                    <a:pt x="66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45"/>
            <p:cNvSpPr/>
            <p:nvPr/>
          </p:nvSpPr>
          <p:spPr>
            <a:xfrm>
              <a:off x="-37081875" y="2162600"/>
              <a:ext cx="72475" cy="63100"/>
            </a:xfrm>
            <a:custGeom>
              <a:avLst/>
              <a:gdLst/>
              <a:ahLst/>
              <a:cxnLst/>
              <a:rect l="l" t="t" r="r" b="b"/>
              <a:pathLst>
                <a:path w="2899" h="2524" extrusionOk="0">
                  <a:moveTo>
                    <a:pt x="1418" y="812"/>
                  </a:moveTo>
                  <a:cubicBezTo>
                    <a:pt x="1670" y="812"/>
                    <a:pt x="1859" y="1001"/>
                    <a:pt x="1859" y="1253"/>
                  </a:cubicBezTo>
                  <a:cubicBezTo>
                    <a:pt x="1859" y="1474"/>
                    <a:pt x="1670" y="1663"/>
                    <a:pt x="1418" y="1663"/>
                  </a:cubicBezTo>
                  <a:cubicBezTo>
                    <a:pt x="1198" y="1663"/>
                    <a:pt x="1009" y="1474"/>
                    <a:pt x="1009" y="1253"/>
                  </a:cubicBezTo>
                  <a:cubicBezTo>
                    <a:pt x="1009" y="1001"/>
                    <a:pt x="1198" y="812"/>
                    <a:pt x="1418" y="812"/>
                  </a:cubicBezTo>
                  <a:close/>
                  <a:moveTo>
                    <a:pt x="1405" y="0"/>
                  </a:moveTo>
                  <a:cubicBezTo>
                    <a:pt x="1250" y="0"/>
                    <a:pt x="1094" y="28"/>
                    <a:pt x="946" y="88"/>
                  </a:cubicBezTo>
                  <a:cubicBezTo>
                    <a:pt x="316" y="371"/>
                    <a:pt x="0" y="1127"/>
                    <a:pt x="284" y="1757"/>
                  </a:cubicBezTo>
                  <a:cubicBezTo>
                    <a:pt x="496" y="2229"/>
                    <a:pt x="973" y="2524"/>
                    <a:pt x="1463" y="2524"/>
                  </a:cubicBezTo>
                  <a:cubicBezTo>
                    <a:pt x="1628" y="2524"/>
                    <a:pt x="1795" y="2490"/>
                    <a:pt x="1954" y="2419"/>
                  </a:cubicBezTo>
                  <a:cubicBezTo>
                    <a:pt x="2584" y="2135"/>
                    <a:pt x="2899" y="1379"/>
                    <a:pt x="2615" y="749"/>
                  </a:cubicBezTo>
                  <a:cubicBezTo>
                    <a:pt x="2399" y="292"/>
                    <a:pt x="1907" y="0"/>
                    <a:pt x="140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45"/>
            <p:cNvSpPr/>
            <p:nvPr/>
          </p:nvSpPr>
          <p:spPr>
            <a:xfrm>
              <a:off x="-37144875" y="2099025"/>
              <a:ext cx="72475" cy="62875"/>
            </a:xfrm>
            <a:custGeom>
              <a:avLst/>
              <a:gdLst/>
              <a:ahLst/>
              <a:cxnLst/>
              <a:rect l="l" t="t" r="r" b="b"/>
              <a:pathLst>
                <a:path w="2899" h="2515" extrusionOk="0">
                  <a:moveTo>
                    <a:pt x="1418" y="835"/>
                  </a:moveTo>
                  <a:cubicBezTo>
                    <a:pt x="1670" y="835"/>
                    <a:pt x="1859" y="1024"/>
                    <a:pt x="1859" y="1276"/>
                  </a:cubicBezTo>
                  <a:cubicBezTo>
                    <a:pt x="1859" y="1496"/>
                    <a:pt x="1670" y="1685"/>
                    <a:pt x="1418" y="1685"/>
                  </a:cubicBezTo>
                  <a:cubicBezTo>
                    <a:pt x="1197" y="1685"/>
                    <a:pt x="1008" y="1496"/>
                    <a:pt x="1008" y="1276"/>
                  </a:cubicBezTo>
                  <a:cubicBezTo>
                    <a:pt x="1008" y="1024"/>
                    <a:pt x="1197" y="835"/>
                    <a:pt x="1418" y="835"/>
                  </a:cubicBezTo>
                  <a:close/>
                  <a:moveTo>
                    <a:pt x="1411" y="0"/>
                  </a:moveTo>
                  <a:cubicBezTo>
                    <a:pt x="1254" y="0"/>
                    <a:pt x="1096" y="26"/>
                    <a:pt x="945" y="79"/>
                  </a:cubicBezTo>
                  <a:cubicBezTo>
                    <a:pt x="315" y="362"/>
                    <a:pt x="0" y="1118"/>
                    <a:pt x="284" y="1748"/>
                  </a:cubicBezTo>
                  <a:cubicBezTo>
                    <a:pt x="496" y="2220"/>
                    <a:pt x="972" y="2515"/>
                    <a:pt x="1463" y="2515"/>
                  </a:cubicBezTo>
                  <a:cubicBezTo>
                    <a:pt x="1628" y="2515"/>
                    <a:pt x="1795" y="2481"/>
                    <a:pt x="1953" y="2410"/>
                  </a:cubicBezTo>
                  <a:cubicBezTo>
                    <a:pt x="2583" y="2126"/>
                    <a:pt x="2899" y="1370"/>
                    <a:pt x="2615" y="740"/>
                  </a:cubicBezTo>
                  <a:cubicBezTo>
                    <a:pt x="2399" y="261"/>
                    <a:pt x="1910" y="0"/>
                    <a:pt x="141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45"/>
            <p:cNvSpPr/>
            <p:nvPr/>
          </p:nvSpPr>
          <p:spPr>
            <a:xfrm>
              <a:off x="-37123625" y="2014875"/>
              <a:ext cx="71700" cy="62775"/>
            </a:xfrm>
            <a:custGeom>
              <a:avLst/>
              <a:gdLst/>
              <a:ahLst/>
              <a:cxnLst/>
              <a:rect l="l" t="t" r="r" b="b"/>
              <a:pathLst>
                <a:path w="2868" h="2511" extrusionOk="0">
                  <a:moveTo>
                    <a:pt x="1418" y="798"/>
                  </a:moveTo>
                  <a:cubicBezTo>
                    <a:pt x="1639" y="798"/>
                    <a:pt x="1828" y="1019"/>
                    <a:pt x="1828" y="1239"/>
                  </a:cubicBezTo>
                  <a:cubicBezTo>
                    <a:pt x="1828" y="1460"/>
                    <a:pt x="1639" y="1680"/>
                    <a:pt x="1418" y="1680"/>
                  </a:cubicBezTo>
                  <a:cubicBezTo>
                    <a:pt x="1166" y="1680"/>
                    <a:pt x="977" y="1460"/>
                    <a:pt x="977" y="1239"/>
                  </a:cubicBezTo>
                  <a:cubicBezTo>
                    <a:pt x="1009" y="1019"/>
                    <a:pt x="1166" y="798"/>
                    <a:pt x="1418" y="798"/>
                  </a:cubicBezTo>
                  <a:close/>
                  <a:moveTo>
                    <a:pt x="1431" y="0"/>
                  </a:moveTo>
                  <a:cubicBezTo>
                    <a:pt x="1269" y="0"/>
                    <a:pt x="1105" y="34"/>
                    <a:pt x="946" y="105"/>
                  </a:cubicBezTo>
                  <a:cubicBezTo>
                    <a:pt x="316" y="389"/>
                    <a:pt x="1" y="1113"/>
                    <a:pt x="253" y="1743"/>
                  </a:cubicBezTo>
                  <a:cubicBezTo>
                    <a:pt x="472" y="2231"/>
                    <a:pt x="974" y="2511"/>
                    <a:pt x="1481" y="2511"/>
                  </a:cubicBezTo>
                  <a:cubicBezTo>
                    <a:pt x="1630" y="2511"/>
                    <a:pt x="1780" y="2487"/>
                    <a:pt x="1923" y="2436"/>
                  </a:cubicBezTo>
                  <a:cubicBezTo>
                    <a:pt x="2553" y="2153"/>
                    <a:pt x="2868" y="1397"/>
                    <a:pt x="2584" y="767"/>
                  </a:cubicBezTo>
                  <a:cubicBezTo>
                    <a:pt x="2372" y="295"/>
                    <a:pt x="1913" y="0"/>
                    <a:pt x="143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45"/>
            <p:cNvSpPr/>
            <p:nvPr/>
          </p:nvSpPr>
          <p:spPr>
            <a:xfrm>
              <a:off x="-37039350" y="1993250"/>
              <a:ext cx="71700" cy="63125"/>
            </a:xfrm>
            <a:custGeom>
              <a:avLst/>
              <a:gdLst/>
              <a:ahLst/>
              <a:cxnLst/>
              <a:rect l="l" t="t" r="r" b="b"/>
              <a:pathLst>
                <a:path w="2868" h="2525" extrusionOk="0">
                  <a:moveTo>
                    <a:pt x="1418" y="844"/>
                  </a:moveTo>
                  <a:cubicBezTo>
                    <a:pt x="1671" y="844"/>
                    <a:pt x="1860" y="1033"/>
                    <a:pt x="1860" y="1285"/>
                  </a:cubicBezTo>
                  <a:cubicBezTo>
                    <a:pt x="1860" y="1506"/>
                    <a:pt x="1671" y="1726"/>
                    <a:pt x="1418" y="1726"/>
                  </a:cubicBezTo>
                  <a:cubicBezTo>
                    <a:pt x="1198" y="1726"/>
                    <a:pt x="977" y="1506"/>
                    <a:pt x="977" y="1285"/>
                  </a:cubicBezTo>
                  <a:cubicBezTo>
                    <a:pt x="977" y="1033"/>
                    <a:pt x="1198" y="844"/>
                    <a:pt x="1418" y="844"/>
                  </a:cubicBezTo>
                  <a:close/>
                  <a:moveTo>
                    <a:pt x="1402" y="1"/>
                  </a:moveTo>
                  <a:cubicBezTo>
                    <a:pt x="1248" y="1"/>
                    <a:pt x="1094" y="29"/>
                    <a:pt x="946" y="88"/>
                  </a:cubicBezTo>
                  <a:cubicBezTo>
                    <a:pt x="316" y="372"/>
                    <a:pt x="1" y="1128"/>
                    <a:pt x="284" y="1758"/>
                  </a:cubicBezTo>
                  <a:cubicBezTo>
                    <a:pt x="496" y="2229"/>
                    <a:pt x="955" y="2524"/>
                    <a:pt x="1437" y="2524"/>
                  </a:cubicBezTo>
                  <a:cubicBezTo>
                    <a:pt x="1599" y="2524"/>
                    <a:pt x="1764" y="2491"/>
                    <a:pt x="1923" y="2419"/>
                  </a:cubicBezTo>
                  <a:cubicBezTo>
                    <a:pt x="2553" y="2136"/>
                    <a:pt x="2868" y="1411"/>
                    <a:pt x="2616" y="781"/>
                  </a:cubicBezTo>
                  <a:cubicBezTo>
                    <a:pt x="2399" y="299"/>
                    <a:pt x="1905" y="1"/>
                    <a:pt x="140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45"/>
          <p:cNvGrpSpPr/>
          <p:nvPr/>
        </p:nvGrpSpPr>
        <p:grpSpPr>
          <a:xfrm>
            <a:off x="6829085" y="1845817"/>
            <a:ext cx="548630" cy="548630"/>
            <a:chOff x="-24338900" y="2710600"/>
            <a:chExt cx="295375" cy="295375"/>
          </a:xfrm>
        </p:grpSpPr>
        <p:sp>
          <p:nvSpPr>
            <p:cNvPr id="536" name="Google Shape;536;p45"/>
            <p:cNvSpPr/>
            <p:nvPr/>
          </p:nvSpPr>
          <p:spPr>
            <a:xfrm>
              <a:off x="-24250700" y="2816925"/>
              <a:ext cx="123675" cy="103200"/>
            </a:xfrm>
            <a:custGeom>
              <a:avLst/>
              <a:gdLst/>
              <a:ahLst/>
              <a:cxnLst/>
              <a:rect l="l" t="t" r="r" b="b"/>
              <a:pathLst>
                <a:path w="4947" h="4128" extrusionOk="0">
                  <a:moveTo>
                    <a:pt x="3403" y="662"/>
                  </a:moveTo>
                  <a:cubicBezTo>
                    <a:pt x="3813" y="662"/>
                    <a:pt x="4128" y="977"/>
                    <a:pt x="4128" y="1387"/>
                  </a:cubicBezTo>
                  <a:cubicBezTo>
                    <a:pt x="4128" y="1922"/>
                    <a:pt x="3561" y="2363"/>
                    <a:pt x="2710" y="3025"/>
                  </a:cubicBezTo>
                  <a:cubicBezTo>
                    <a:pt x="2584" y="3119"/>
                    <a:pt x="2490" y="3182"/>
                    <a:pt x="2395" y="3309"/>
                  </a:cubicBezTo>
                  <a:cubicBezTo>
                    <a:pt x="2269" y="3214"/>
                    <a:pt x="2143" y="3151"/>
                    <a:pt x="2080" y="3025"/>
                  </a:cubicBezTo>
                  <a:cubicBezTo>
                    <a:pt x="1198" y="2363"/>
                    <a:pt x="662" y="1891"/>
                    <a:pt x="662" y="1387"/>
                  </a:cubicBezTo>
                  <a:cubicBezTo>
                    <a:pt x="662" y="946"/>
                    <a:pt x="977" y="662"/>
                    <a:pt x="1355" y="662"/>
                  </a:cubicBezTo>
                  <a:cubicBezTo>
                    <a:pt x="1860" y="662"/>
                    <a:pt x="2080" y="1229"/>
                    <a:pt x="2080" y="1261"/>
                  </a:cubicBezTo>
                  <a:cubicBezTo>
                    <a:pt x="2112" y="1418"/>
                    <a:pt x="2238" y="1481"/>
                    <a:pt x="2395" y="1481"/>
                  </a:cubicBezTo>
                  <a:cubicBezTo>
                    <a:pt x="2553" y="1481"/>
                    <a:pt x="2647" y="1355"/>
                    <a:pt x="2710" y="1261"/>
                  </a:cubicBezTo>
                  <a:cubicBezTo>
                    <a:pt x="2710" y="1229"/>
                    <a:pt x="2899" y="662"/>
                    <a:pt x="3403" y="662"/>
                  </a:cubicBezTo>
                  <a:close/>
                  <a:moveTo>
                    <a:pt x="1355" y="1"/>
                  </a:moveTo>
                  <a:cubicBezTo>
                    <a:pt x="568" y="1"/>
                    <a:pt x="1" y="631"/>
                    <a:pt x="1" y="1418"/>
                  </a:cubicBezTo>
                  <a:cubicBezTo>
                    <a:pt x="1" y="2269"/>
                    <a:pt x="694" y="2836"/>
                    <a:pt x="1671" y="3624"/>
                  </a:cubicBezTo>
                  <a:cubicBezTo>
                    <a:pt x="1828" y="3750"/>
                    <a:pt x="2049" y="3907"/>
                    <a:pt x="2238" y="4065"/>
                  </a:cubicBezTo>
                  <a:cubicBezTo>
                    <a:pt x="2301" y="4096"/>
                    <a:pt x="2395" y="4128"/>
                    <a:pt x="2458" y="4128"/>
                  </a:cubicBezTo>
                  <a:cubicBezTo>
                    <a:pt x="2553" y="4128"/>
                    <a:pt x="2616" y="4096"/>
                    <a:pt x="2710" y="4065"/>
                  </a:cubicBezTo>
                  <a:cubicBezTo>
                    <a:pt x="2899" y="3907"/>
                    <a:pt x="3057" y="3718"/>
                    <a:pt x="3246" y="3624"/>
                  </a:cubicBezTo>
                  <a:cubicBezTo>
                    <a:pt x="4254" y="2836"/>
                    <a:pt x="4947" y="2269"/>
                    <a:pt x="4947" y="1418"/>
                  </a:cubicBezTo>
                  <a:cubicBezTo>
                    <a:pt x="4821" y="599"/>
                    <a:pt x="4191" y="1"/>
                    <a:pt x="3403" y="1"/>
                  </a:cubicBezTo>
                  <a:cubicBezTo>
                    <a:pt x="3025" y="1"/>
                    <a:pt x="2616" y="158"/>
                    <a:pt x="2395" y="505"/>
                  </a:cubicBezTo>
                  <a:cubicBezTo>
                    <a:pt x="2112" y="190"/>
                    <a:pt x="1765" y="1"/>
                    <a:pt x="13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45"/>
            <p:cNvSpPr/>
            <p:nvPr/>
          </p:nvSpPr>
          <p:spPr>
            <a:xfrm>
              <a:off x="-24338900" y="2710600"/>
              <a:ext cx="295375" cy="295375"/>
            </a:xfrm>
            <a:custGeom>
              <a:avLst/>
              <a:gdLst/>
              <a:ahLst/>
              <a:cxnLst/>
              <a:rect l="l" t="t" r="r" b="b"/>
              <a:pathLst>
                <a:path w="11815" h="11815" extrusionOk="0">
                  <a:moveTo>
                    <a:pt x="7341" y="725"/>
                  </a:moveTo>
                  <a:cubicBezTo>
                    <a:pt x="7530" y="725"/>
                    <a:pt x="7687" y="882"/>
                    <a:pt x="7687" y="1103"/>
                  </a:cubicBezTo>
                  <a:lnTo>
                    <a:pt x="7687" y="3844"/>
                  </a:lnTo>
                  <a:cubicBezTo>
                    <a:pt x="7687" y="4033"/>
                    <a:pt x="7845" y="4222"/>
                    <a:pt x="8034" y="4222"/>
                  </a:cubicBezTo>
                  <a:lnTo>
                    <a:pt x="10806" y="4222"/>
                  </a:lnTo>
                  <a:cubicBezTo>
                    <a:pt x="10995" y="4222"/>
                    <a:pt x="11153" y="4380"/>
                    <a:pt x="11153" y="4569"/>
                  </a:cubicBezTo>
                  <a:lnTo>
                    <a:pt x="11153" y="7309"/>
                  </a:lnTo>
                  <a:cubicBezTo>
                    <a:pt x="11153" y="7530"/>
                    <a:pt x="10995" y="7688"/>
                    <a:pt x="10806" y="7688"/>
                  </a:cubicBezTo>
                  <a:lnTo>
                    <a:pt x="8034" y="7688"/>
                  </a:lnTo>
                  <a:cubicBezTo>
                    <a:pt x="7845" y="7688"/>
                    <a:pt x="7687" y="7845"/>
                    <a:pt x="7687" y="8034"/>
                  </a:cubicBezTo>
                  <a:lnTo>
                    <a:pt x="7687" y="10775"/>
                  </a:lnTo>
                  <a:cubicBezTo>
                    <a:pt x="7687" y="10996"/>
                    <a:pt x="7530" y="11153"/>
                    <a:pt x="7341" y="11153"/>
                  </a:cubicBezTo>
                  <a:lnTo>
                    <a:pt x="4568" y="11153"/>
                  </a:lnTo>
                  <a:cubicBezTo>
                    <a:pt x="4379" y="11153"/>
                    <a:pt x="4222" y="10996"/>
                    <a:pt x="4222" y="10775"/>
                  </a:cubicBezTo>
                  <a:lnTo>
                    <a:pt x="4222" y="8034"/>
                  </a:lnTo>
                  <a:cubicBezTo>
                    <a:pt x="4222" y="7845"/>
                    <a:pt x="4064" y="7688"/>
                    <a:pt x="3875" y="7688"/>
                  </a:cubicBezTo>
                  <a:lnTo>
                    <a:pt x="1103" y="7688"/>
                  </a:lnTo>
                  <a:cubicBezTo>
                    <a:pt x="914" y="7688"/>
                    <a:pt x="756" y="7530"/>
                    <a:pt x="756" y="7309"/>
                  </a:cubicBezTo>
                  <a:lnTo>
                    <a:pt x="756" y="4569"/>
                  </a:lnTo>
                  <a:cubicBezTo>
                    <a:pt x="756" y="4380"/>
                    <a:pt x="914" y="4222"/>
                    <a:pt x="1103" y="4222"/>
                  </a:cubicBezTo>
                  <a:lnTo>
                    <a:pt x="3875" y="4222"/>
                  </a:lnTo>
                  <a:cubicBezTo>
                    <a:pt x="4064" y="4222"/>
                    <a:pt x="4222" y="4033"/>
                    <a:pt x="4222" y="3844"/>
                  </a:cubicBezTo>
                  <a:lnTo>
                    <a:pt x="4222" y="1103"/>
                  </a:lnTo>
                  <a:cubicBezTo>
                    <a:pt x="4222" y="882"/>
                    <a:pt x="4379" y="725"/>
                    <a:pt x="4568" y="725"/>
                  </a:cubicBezTo>
                  <a:close/>
                  <a:moveTo>
                    <a:pt x="4537" y="0"/>
                  </a:moveTo>
                  <a:cubicBezTo>
                    <a:pt x="3938" y="0"/>
                    <a:pt x="3466" y="473"/>
                    <a:pt x="3466" y="1072"/>
                  </a:cubicBezTo>
                  <a:lnTo>
                    <a:pt x="3466" y="3466"/>
                  </a:lnTo>
                  <a:lnTo>
                    <a:pt x="1071" y="3466"/>
                  </a:lnTo>
                  <a:cubicBezTo>
                    <a:pt x="473" y="3466"/>
                    <a:pt x="0" y="3938"/>
                    <a:pt x="0" y="4537"/>
                  </a:cubicBezTo>
                  <a:lnTo>
                    <a:pt x="0" y="7278"/>
                  </a:lnTo>
                  <a:cubicBezTo>
                    <a:pt x="0" y="7877"/>
                    <a:pt x="473" y="8349"/>
                    <a:pt x="1071" y="8349"/>
                  </a:cubicBezTo>
                  <a:lnTo>
                    <a:pt x="3466" y="8349"/>
                  </a:lnTo>
                  <a:lnTo>
                    <a:pt x="3466" y="10743"/>
                  </a:lnTo>
                  <a:cubicBezTo>
                    <a:pt x="3466" y="11342"/>
                    <a:pt x="3938" y="11815"/>
                    <a:pt x="4537" y="11815"/>
                  </a:cubicBezTo>
                  <a:lnTo>
                    <a:pt x="7309" y="11815"/>
                  </a:lnTo>
                  <a:cubicBezTo>
                    <a:pt x="7876" y="11815"/>
                    <a:pt x="8349" y="11342"/>
                    <a:pt x="8349" y="10743"/>
                  </a:cubicBezTo>
                  <a:lnTo>
                    <a:pt x="8349" y="8349"/>
                  </a:lnTo>
                  <a:lnTo>
                    <a:pt x="10743" y="8349"/>
                  </a:lnTo>
                  <a:cubicBezTo>
                    <a:pt x="11342" y="8349"/>
                    <a:pt x="11815" y="7877"/>
                    <a:pt x="11815" y="7278"/>
                  </a:cubicBezTo>
                  <a:lnTo>
                    <a:pt x="11815" y="4537"/>
                  </a:lnTo>
                  <a:cubicBezTo>
                    <a:pt x="11815" y="3938"/>
                    <a:pt x="11342" y="3466"/>
                    <a:pt x="10743" y="3466"/>
                  </a:cubicBezTo>
                  <a:lnTo>
                    <a:pt x="8349" y="3466"/>
                  </a:lnTo>
                  <a:lnTo>
                    <a:pt x="8349" y="1072"/>
                  </a:lnTo>
                  <a:cubicBezTo>
                    <a:pt x="8349" y="473"/>
                    <a:pt x="7876" y="0"/>
                    <a:pt x="730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38" name="Google Shape;538;p45"/>
          <p:cNvSpPr/>
          <p:nvPr/>
        </p:nvSpPr>
        <p:spPr>
          <a:xfrm>
            <a:off x="1805850" y="2077806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9" name="Google Shape;539;p45"/>
          <p:cNvSpPr/>
          <p:nvPr/>
        </p:nvSpPr>
        <p:spPr>
          <a:xfrm>
            <a:off x="4170350" y="1748181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45"/>
          <p:cNvSpPr/>
          <p:nvPr/>
        </p:nvSpPr>
        <p:spPr>
          <a:xfrm>
            <a:off x="6902550" y="1919281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41" name="Google Shape;541;p45"/>
          <p:cNvGrpSpPr/>
          <p:nvPr/>
        </p:nvGrpSpPr>
        <p:grpSpPr>
          <a:xfrm>
            <a:off x="872454" y="1293020"/>
            <a:ext cx="755358" cy="191930"/>
            <a:chOff x="2641350" y="846250"/>
            <a:chExt cx="413600" cy="105075"/>
          </a:xfrm>
        </p:grpSpPr>
        <p:sp>
          <p:nvSpPr>
            <p:cNvPr id="542" name="Google Shape;542;p45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45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45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45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p46"/>
          <p:cNvSpPr/>
          <p:nvPr/>
        </p:nvSpPr>
        <p:spPr>
          <a:xfrm>
            <a:off x="719500" y="3183825"/>
            <a:ext cx="7704000" cy="123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1" name="Google Shape;551;p46"/>
          <p:cNvSpPr/>
          <p:nvPr/>
        </p:nvSpPr>
        <p:spPr>
          <a:xfrm>
            <a:off x="719500" y="1425147"/>
            <a:ext cx="7704000" cy="1236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2" name="Google Shape;552;p4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Probleme vs solutii</a:t>
            </a:r>
            <a:endParaRPr dirty="0"/>
          </a:p>
        </p:txBody>
      </p:sp>
      <p:sp>
        <p:nvSpPr>
          <p:cNvPr id="553" name="Google Shape;553;p46"/>
          <p:cNvSpPr txBox="1">
            <a:spLocks noGrp="1"/>
          </p:cNvSpPr>
          <p:nvPr>
            <p:ph type="subTitle" idx="1"/>
          </p:nvPr>
        </p:nvSpPr>
        <p:spPr>
          <a:xfrm>
            <a:off x="1834113" y="1773447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probleme</a:t>
            </a:r>
            <a:endParaRPr dirty="0"/>
          </a:p>
        </p:txBody>
      </p:sp>
      <p:sp>
        <p:nvSpPr>
          <p:cNvPr id="554" name="Google Shape;554;p46"/>
          <p:cNvSpPr txBox="1">
            <a:spLocks noGrp="1"/>
          </p:cNvSpPr>
          <p:nvPr>
            <p:ph type="subTitle" idx="2"/>
          </p:nvPr>
        </p:nvSpPr>
        <p:spPr>
          <a:xfrm>
            <a:off x="4572050" y="3532125"/>
            <a:ext cx="2752200" cy="53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Solutii</a:t>
            </a:r>
            <a:endParaRPr dirty="0"/>
          </a:p>
        </p:txBody>
      </p:sp>
      <p:sp>
        <p:nvSpPr>
          <p:cNvPr id="555" name="Google Shape;555;p46"/>
          <p:cNvSpPr txBox="1">
            <a:spLocks noGrp="1"/>
          </p:cNvSpPr>
          <p:nvPr>
            <p:ph type="subTitle" idx="3"/>
          </p:nvPr>
        </p:nvSpPr>
        <p:spPr>
          <a:xfrm>
            <a:off x="5103350" y="1545297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Neatentia soferilor impreuna cu teribilismul duc la majoritatea accidentelor rutiere din Romania.</a:t>
            </a:r>
            <a:endParaRPr dirty="0"/>
          </a:p>
        </p:txBody>
      </p:sp>
      <p:sp>
        <p:nvSpPr>
          <p:cNvPr id="556" name="Google Shape;556;p46"/>
          <p:cNvSpPr txBox="1">
            <a:spLocks noGrp="1"/>
          </p:cNvSpPr>
          <p:nvPr>
            <p:ph type="subTitle" idx="4"/>
          </p:nvPr>
        </p:nvSpPr>
        <p:spPr>
          <a:xfrm>
            <a:off x="1236966" y="3303975"/>
            <a:ext cx="2752200" cy="9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Solutia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vina de la </a:t>
            </a:r>
            <a:r>
              <a:rPr lang="en-US" dirty="0" err="1"/>
              <a:t>fiecare</a:t>
            </a:r>
            <a:r>
              <a:rPr lang="en-US" dirty="0"/>
              <a:t> </a:t>
            </a:r>
            <a:r>
              <a:rPr lang="en-US" dirty="0" err="1"/>
              <a:t>sofer</a:t>
            </a:r>
            <a:r>
              <a:rPr lang="en-US" dirty="0"/>
              <a:t> in </a:t>
            </a:r>
            <a:r>
              <a:rPr lang="en-US" dirty="0" err="1"/>
              <a:t>parte</a:t>
            </a:r>
            <a:r>
              <a:rPr lang="en-US" dirty="0"/>
              <a:t>, </a:t>
            </a:r>
            <a:r>
              <a:rPr lang="en-US" dirty="0" err="1"/>
              <a:t>asa</a:t>
            </a:r>
            <a:r>
              <a:rPr lang="en-US" dirty="0"/>
              <a:t> ca un </a:t>
            </a:r>
            <a:r>
              <a:rPr lang="en-US" dirty="0" err="1"/>
              <a:t>astfel</a:t>
            </a:r>
            <a:r>
              <a:rPr lang="en-US" dirty="0"/>
              <a:t> de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implementat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spori</a:t>
            </a:r>
            <a:r>
              <a:rPr lang="en-US" dirty="0"/>
              <a:t> </a:t>
            </a:r>
            <a:r>
              <a:rPr lang="en-US" dirty="0" err="1"/>
              <a:t>atentia</a:t>
            </a:r>
            <a:r>
              <a:rPr lang="en-US" dirty="0"/>
              <a:t> </a:t>
            </a:r>
            <a:r>
              <a:rPr lang="en-US" dirty="0" err="1"/>
              <a:t>soferilor</a:t>
            </a:r>
            <a:r>
              <a:rPr lang="en-US" dirty="0"/>
              <a:t>.</a:t>
            </a:r>
            <a:endParaRPr dirty="0"/>
          </a:p>
        </p:txBody>
      </p:sp>
      <p:grpSp>
        <p:nvGrpSpPr>
          <p:cNvPr id="557" name="Google Shape;557;p46"/>
          <p:cNvGrpSpPr/>
          <p:nvPr/>
        </p:nvGrpSpPr>
        <p:grpSpPr>
          <a:xfrm>
            <a:off x="7327516" y="3527511"/>
            <a:ext cx="493766" cy="548627"/>
            <a:chOff x="3299850" y="238575"/>
            <a:chExt cx="427725" cy="482225"/>
          </a:xfrm>
        </p:grpSpPr>
        <p:sp>
          <p:nvSpPr>
            <p:cNvPr id="558" name="Google Shape;558;p46"/>
            <p:cNvSpPr/>
            <p:nvPr/>
          </p:nvSpPr>
          <p:spPr>
            <a:xfrm>
              <a:off x="3299850" y="323500"/>
              <a:ext cx="427725" cy="397300"/>
            </a:xfrm>
            <a:custGeom>
              <a:avLst/>
              <a:gdLst/>
              <a:ahLst/>
              <a:cxnLst/>
              <a:rect l="l" t="t" r="r" b="b"/>
              <a:pathLst>
                <a:path w="17109" h="15892" extrusionOk="0">
                  <a:moveTo>
                    <a:pt x="3397" y="6794"/>
                  </a:moveTo>
                  <a:lnTo>
                    <a:pt x="3397" y="14759"/>
                  </a:lnTo>
                  <a:lnTo>
                    <a:pt x="1132" y="14759"/>
                  </a:lnTo>
                  <a:lnTo>
                    <a:pt x="1132" y="6794"/>
                  </a:lnTo>
                  <a:close/>
                  <a:moveTo>
                    <a:pt x="9034" y="1132"/>
                  </a:moveTo>
                  <a:cubicBezTo>
                    <a:pt x="9683" y="1175"/>
                    <a:pt x="10191" y="1712"/>
                    <a:pt x="10191" y="2364"/>
                  </a:cubicBezTo>
                  <a:cubicBezTo>
                    <a:pt x="10191" y="3346"/>
                    <a:pt x="9774" y="5275"/>
                    <a:pt x="9221" y="5828"/>
                  </a:cubicBezTo>
                  <a:cubicBezTo>
                    <a:pt x="8865" y="6184"/>
                    <a:pt x="9119" y="6794"/>
                    <a:pt x="9623" y="6794"/>
                  </a:cubicBezTo>
                  <a:lnTo>
                    <a:pt x="15285" y="6794"/>
                  </a:lnTo>
                  <a:cubicBezTo>
                    <a:pt x="15599" y="6794"/>
                    <a:pt x="15849" y="7047"/>
                    <a:pt x="15849" y="7361"/>
                  </a:cubicBezTo>
                  <a:cubicBezTo>
                    <a:pt x="15849" y="7672"/>
                    <a:pt x="15599" y="7926"/>
                    <a:pt x="15285" y="7926"/>
                  </a:cubicBezTo>
                  <a:lnTo>
                    <a:pt x="11888" y="7926"/>
                  </a:lnTo>
                  <a:cubicBezTo>
                    <a:pt x="11574" y="7926"/>
                    <a:pt x="11323" y="8180"/>
                    <a:pt x="11323" y="8494"/>
                  </a:cubicBezTo>
                  <a:cubicBezTo>
                    <a:pt x="11323" y="8805"/>
                    <a:pt x="11574" y="9058"/>
                    <a:pt x="11888" y="9058"/>
                  </a:cubicBezTo>
                  <a:lnTo>
                    <a:pt x="15285" y="9058"/>
                  </a:lnTo>
                  <a:cubicBezTo>
                    <a:pt x="15586" y="9058"/>
                    <a:pt x="15852" y="9342"/>
                    <a:pt x="15852" y="9662"/>
                  </a:cubicBezTo>
                  <a:cubicBezTo>
                    <a:pt x="15852" y="9976"/>
                    <a:pt x="15599" y="10230"/>
                    <a:pt x="15285" y="10230"/>
                  </a:cubicBezTo>
                  <a:lnTo>
                    <a:pt x="11888" y="10230"/>
                  </a:lnTo>
                  <a:cubicBezTo>
                    <a:pt x="11574" y="10230"/>
                    <a:pt x="11323" y="10484"/>
                    <a:pt x="11323" y="10795"/>
                  </a:cubicBezTo>
                  <a:cubicBezTo>
                    <a:pt x="11323" y="11109"/>
                    <a:pt x="11574" y="11362"/>
                    <a:pt x="11888" y="11362"/>
                  </a:cubicBezTo>
                  <a:lnTo>
                    <a:pt x="14152" y="11362"/>
                  </a:lnTo>
                  <a:cubicBezTo>
                    <a:pt x="14466" y="11362"/>
                    <a:pt x="14717" y="11616"/>
                    <a:pt x="14717" y="11927"/>
                  </a:cubicBezTo>
                  <a:cubicBezTo>
                    <a:pt x="14717" y="12241"/>
                    <a:pt x="14466" y="12494"/>
                    <a:pt x="14152" y="12494"/>
                  </a:cubicBezTo>
                  <a:lnTo>
                    <a:pt x="11888" y="12494"/>
                  </a:lnTo>
                  <a:cubicBezTo>
                    <a:pt x="11574" y="12494"/>
                    <a:pt x="11323" y="12748"/>
                    <a:pt x="11323" y="13059"/>
                  </a:cubicBezTo>
                  <a:cubicBezTo>
                    <a:pt x="11323" y="13373"/>
                    <a:pt x="11574" y="13627"/>
                    <a:pt x="11888" y="13627"/>
                  </a:cubicBezTo>
                  <a:lnTo>
                    <a:pt x="13020" y="13627"/>
                  </a:lnTo>
                  <a:cubicBezTo>
                    <a:pt x="13334" y="13627"/>
                    <a:pt x="13585" y="13880"/>
                    <a:pt x="13585" y="14191"/>
                  </a:cubicBezTo>
                  <a:cubicBezTo>
                    <a:pt x="13585" y="14505"/>
                    <a:pt x="13334" y="14759"/>
                    <a:pt x="13020" y="14759"/>
                  </a:cubicBezTo>
                  <a:lnTo>
                    <a:pt x="9197" y="14759"/>
                  </a:lnTo>
                  <a:cubicBezTo>
                    <a:pt x="8041" y="14759"/>
                    <a:pt x="6890" y="14572"/>
                    <a:pt x="5794" y="14207"/>
                  </a:cubicBezTo>
                  <a:lnTo>
                    <a:pt x="4529" y="13784"/>
                  </a:lnTo>
                  <a:lnTo>
                    <a:pt x="4529" y="7712"/>
                  </a:lnTo>
                  <a:lnTo>
                    <a:pt x="5686" y="7132"/>
                  </a:lnTo>
                  <a:cubicBezTo>
                    <a:pt x="6265" y="6842"/>
                    <a:pt x="6797" y="6459"/>
                    <a:pt x="7253" y="6003"/>
                  </a:cubicBezTo>
                  <a:lnTo>
                    <a:pt x="7289" y="5963"/>
                  </a:lnTo>
                  <a:cubicBezTo>
                    <a:pt x="8352" y="4901"/>
                    <a:pt x="8917" y="2654"/>
                    <a:pt x="9034" y="1132"/>
                  </a:cubicBezTo>
                  <a:close/>
                  <a:moveTo>
                    <a:pt x="8491" y="0"/>
                  </a:moveTo>
                  <a:cubicBezTo>
                    <a:pt x="8177" y="0"/>
                    <a:pt x="7926" y="254"/>
                    <a:pt x="7926" y="568"/>
                  </a:cubicBezTo>
                  <a:cubicBezTo>
                    <a:pt x="7926" y="1887"/>
                    <a:pt x="7380" y="4276"/>
                    <a:pt x="6492" y="5166"/>
                  </a:cubicBezTo>
                  <a:lnTo>
                    <a:pt x="6456" y="5203"/>
                  </a:lnTo>
                  <a:cubicBezTo>
                    <a:pt x="6081" y="5574"/>
                    <a:pt x="5652" y="5885"/>
                    <a:pt x="5181" y="6120"/>
                  </a:cubicBezTo>
                  <a:lnTo>
                    <a:pt x="4529" y="6444"/>
                  </a:lnTo>
                  <a:lnTo>
                    <a:pt x="4529" y="6229"/>
                  </a:lnTo>
                  <a:cubicBezTo>
                    <a:pt x="4529" y="5915"/>
                    <a:pt x="4276" y="5661"/>
                    <a:pt x="3962" y="5661"/>
                  </a:cubicBezTo>
                  <a:lnTo>
                    <a:pt x="565" y="5661"/>
                  </a:lnTo>
                  <a:cubicBezTo>
                    <a:pt x="251" y="5661"/>
                    <a:pt x="0" y="5915"/>
                    <a:pt x="0" y="6229"/>
                  </a:cubicBezTo>
                  <a:lnTo>
                    <a:pt x="0" y="15324"/>
                  </a:lnTo>
                  <a:cubicBezTo>
                    <a:pt x="0" y="15638"/>
                    <a:pt x="251" y="15891"/>
                    <a:pt x="565" y="15891"/>
                  </a:cubicBezTo>
                  <a:lnTo>
                    <a:pt x="3962" y="15891"/>
                  </a:lnTo>
                  <a:cubicBezTo>
                    <a:pt x="4276" y="15891"/>
                    <a:pt x="4529" y="15638"/>
                    <a:pt x="4529" y="15324"/>
                  </a:cubicBezTo>
                  <a:lnTo>
                    <a:pt x="4529" y="14976"/>
                  </a:lnTo>
                  <a:lnTo>
                    <a:pt x="5435" y="15278"/>
                  </a:lnTo>
                  <a:cubicBezTo>
                    <a:pt x="6649" y="15683"/>
                    <a:pt x="7917" y="15888"/>
                    <a:pt x="9197" y="15888"/>
                  </a:cubicBezTo>
                  <a:lnTo>
                    <a:pt x="13020" y="15888"/>
                  </a:lnTo>
                  <a:cubicBezTo>
                    <a:pt x="14219" y="15888"/>
                    <a:pt x="15040" y="14681"/>
                    <a:pt x="14599" y="13566"/>
                  </a:cubicBezTo>
                  <a:cubicBezTo>
                    <a:pt x="15577" y="13298"/>
                    <a:pt x="16106" y="12241"/>
                    <a:pt x="15731" y="11302"/>
                  </a:cubicBezTo>
                  <a:cubicBezTo>
                    <a:pt x="16468" y="11100"/>
                    <a:pt x="16981" y="10429"/>
                    <a:pt x="16984" y="9662"/>
                  </a:cubicBezTo>
                  <a:cubicBezTo>
                    <a:pt x="16981" y="9233"/>
                    <a:pt x="16824" y="8823"/>
                    <a:pt x="16541" y="8503"/>
                  </a:cubicBezTo>
                  <a:cubicBezTo>
                    <a:pt x="16994" y="8005"/>
                    <a:pt x="17108" y="7289"/>
                    <a:pt x="16837" y="6673"/>
                  </a:cubicBezTo>
                  <a:cubicBezTo>
                    <a:pt x="16565" y="6060"/>
                    <a:pt x="15958" y="5661"/>
                    <a:pt x="15285" y="5661"/>
                  </a:cubicBezTo>
                  <a:lnTo>
                    <a:pt x="10635" y="5661"/>
                  </a:lnTo>
                  <a:cubicBezTo>
                    <a:pt x="11109" y="4577"/>
                    <a:pt x="11323" y="3104"/>
                    <a:pt x="11323" y="2364"/>
                  </a:cubicBezTo>
                  <a:cubicBezTo>
                    <a:pt x="11320" y="1060"/>
                    <a:pt x="10263" y="3"/>
                    <a:pt x="895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59" name="Google Shape;559;p46"/>
            <p:cNvSpPr/>
            <p:nvPr/>
          </p:nvSpPr>
          <p:spPr>
            <a:xfrm>
              <a:off x="3467650" y="238575"/>
              <a:ext cx="46525" cy="56650"/>
            </a:xfrm>
            <a:custGeom>
              <a:avLst/>
              <a:gdLst/>
              <a:ahLst/>
              <a:cxnLst/>
              <a:rect l="l" t="t" r="r" b="b"/>
              <a:pathLst>
                <a:path w="1861" h="2266" extrusionOk="0">
                  <a:moveTo>
                    <a:pt x="646" y="1"/>
                  </a:moveTo>
                  <a:cubicBezTo>
                    <a:pt x="561" y="1"/>
                    <a:pt x="475" y="20"/>
                    <a:pt x="393" y="61"/>
                  </a:cubicBezTo>
                  <a:cubicBezTo>
                    <a:pt x="112" y="199"/>
                    <a:pt x="0" y="541"/>
                    <a:pt x="139" y="821"/>
                  </a:cubicBezTo>
                  <a:lnTo>
                    <a:pt x="707" y="1954"/>
                  </a:lnTo>
                  <a:cubicBezTo>
                    <a:pt x="805" y="2150"/>
                    <a:pt x="1005" y="2265"/>
                    <a:pt x="1212" y="2265"/>
                  </a:cubicBezTo>
                  <a:cubicBezTo>
                    <a:pt x="1297" y="2265"/>
                    <a:pt x="1384" y="2246"/>
                    <a:pt x="1465" y="2204"/>
                  </a:cubicBezTo>
                  <a:cubicBezTo>
                    <a:pt x="1746" y="2065"/>
                    <a:pt x="1860" y="1727"/>
                    <a:pt x="1718" y="1446"/>
                  </a:cubicBezTo>
                  <a:lnTo>
                    <a:pt x="1154" y="314"/>
                  </a:lnTo>
                  <a:cubicBezTo>
                    <a:pt x="1053" y="115"/>
                    <a:pt x="854" y="1"/>
                    <a:pt x="64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0" name="Google Shape;560;p46"/>
            <p:cNvSpPr/>
            <p:nvPr/>
          </p:nvSpPr>
          <p:spPr>
            <a:xfrm>
              <a:off x="3566675" y="238575"/>
              <a:ext cx="46525" cy="56675"/>
            </a:xfrm>
            <a:custGeom>
              <a:avLst/>
              <a:gdLst/>
              <a:ahLst/>
              <a:cxnLst/>
              <a:rect l="l" t="t" r="r" b="b"/>
              <a:pathLst>
                <a:path w="1861" h="2267" extrusionOk="0">
                  <a:moveTo>
                    <a:pt x="1215" y="1"/>
                  </a:moveTo>
                  <a:cubicBezTo>
                    <a:pt x="1007" y="1"/>
                    <a:pt x="808" y="115"/>
                    <a:pt x="707" y="314"/>
                  </a:cubicBezTo>
                  <a:lnTo>
                    <a:pt x="143" y="1446"/>
                  </a:lnTo>
                  <a:cubicBezTo>
                    <a:pt x="1" y="1727"/>
                    <a:pt x="116" y="2065"/>
                    <a:pt x="396" y="2207"/>
                  </a:cubicBezTo>
                  <a:cubicBezTo>
                    <a:pt x="477" y="2247"/>
                    <a:pt x="562" y="2266"/>
                    <a:pt x="646" y="2266"/>
                  </a:cubicBezTo>
                  <a:cubicBezTo>
                    <a:pt x="854" y="2266"/>
                    <a:pt x="1055" y="2151"/>
                    <a:pt x="1154" y="1954"/>
                  </a:cubicBezTo>
                  <a:lnTo>
                    <a:pt x="1722" y="821"/>
                  </a:lnTo>
                  <a:cubicBezTo>
                    <a:pt x="1861" y="541"/>
                    <a:pt x="1749" y="199"/>
                    <a:pt x="1468" y="61"/>
                  </a:cubicBezTo>
                  <a:cubicBezTo>
                    <a:pt x="1387" y="20"/>
                    <a:pt x="1300" y="1"/>
                    <a:pt x="12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1" name="Google Shape;561;p46"/>
            <p:cNvSpPr/>
            <p:nvPr/>
          </p:nvSpPr>
          <p:spPr>
            <a:xfrm>
              <a:off x="3611225" y="323500"/>
              <a:ext cx="56550" cy="28325"/>
            </a:xfrm>
            <a:custGeom>
              <a:avLst/>
              <a:gdLst/>
              <a:ahLst/>
              <a:cxnLst/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2" name="Google Shape;562;p46"/>
            <p:cNvSpPr/>
            <p:nvPr/>
          </p:nvSpPr>
          <p:spPr>
            <a:xfrm>
              <a:off x="3413075" y="323500"/>
              <a:ext cx="56550" cy="28325"/>
            </a:xfrm>
            <a:custGeom>
              <a:avLst/>
              <a:gdLst/>
              <a:ahLst/>
              <a:cxnLst/>
              <a:rect l="l" t="t" r="r" b="b"/>
              <a:pathLst>
                <a:path w="2262" h="1133" extrusionOk="0">
                  <a:moveTo>
                    <a:pt x="565" y="0"/>
                  </a:moveTo>
                  <a:cubicBezTo>
                    <a:pt x="251" y="0"/>
                    <a:pt x="0" y="254"/>
                    <a:pt x="0" y="568"/>
                  </a:cubicBezTo>
                  <a:cubicBezTo>
                    <a:pt x="0" y="879"/>
                    <a:pt x="251" y="1132"/>
                    <a:pt x="565" y="1132"/>
                  </a:cubicBezTo>
                  <a:lnTo>
                    <a:pt x="1697" y="1132"/>
                  </a:lnTo>
                  <a:cubicBezTo>
                    <a:pt x="2011" y="1132"/>
                    <a:pt x="2262" y="879"/>
                    <a:pt x="2262" y="568"/>
                  </a:cubicBezTo>
                  <a:cubicBezTo>
                    <a:pt x="2262" y="254"/>
                    <a:pt x="2011" y="0"/>
                    <a:pt x="16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563" name="Google Shape;563;p46"/>
          <p:cNvGrpSpPr/>
          <p:nvPr/>
        </p:nvGrpSpPr>
        <p:grpSpPr>
          <a:xfrm>
            <a:off x="1302628" y="1777432"/>
            <a:ext cx="609583" cy="548622"/>
            <a:chOff x="6239575" y="4416275"/>
            <a:chExt cx="489625" cy="449175"/>
          </a:xfrm>
        </p:grpSpPr>
        <p:sp>
          <p:nvSpPr>
            <p:cNvPr id="564" name="Google Shape;564;p46"/>
            <p:cNvSpPr/>
            <p:nvPr/>
          </p:nvSpPr>
          <p:spPr>
            <a:xfrm>
              <a:off x="6239575" y="4416275"/>
              <a:ext cx="489625" cy="449175"/>
            </a:xfrm>
            <a:custGeom>
              <a:avLst/>
              <a:gdLst/>
              <a:ahLst/>
              <a:cxnLst/>
              <a:rect l="l" t="t" r="r" b="b"/>
              <a:pathLst>
                <a:path w="19585" h="17967" extrusionOk="0">
                  <a:moveTo>
                    <a:pt x="9792" y="1132"/>
                  </a:moveTo>
                  <a:cubicBezTo>
                    <a:pt x="10374" y="1132"/>
                    <a:pt x="10955" y="1424"/>
                    <a:pt x="11278" y="2009"/>
                  </a:cubicBezTo>
                  <a:lnTo>
                    <a:pt x="18111" y="14313"/>
                  </a:lnTo>
                  <a:cubicBezTo>
                    <a:pt x="18404" y="14838"/>
                    <a:pt x="18395" y="15481"/>
                    <a:pt x="18087" y="15998"/>
                  </a:cubicBezTo>
                  <a:cubicBezTo>
                    <a:pt x="17786" y="16518"/>
                    <a:pt x="17232" y="16834"/>
                    <a:pt x="16634" y="16834"/>
                  </a:cubicBezTo>
                  <a:cubicBezTo>
                    <a:pt x="16631" y="16834"/>
                    <a:pt x="16628" y="16834"/>
                    <a:pt x="16625" y="16834"/>
                  </a:cubicBezTo>
                  <a:lnTo>
                    <a:pt x="2962" y="16834"/>
                  </a:lnTo>
                  <a:cubicBezTo>
                    <a:pt x="1667" y="16834"/>
                    <a:pt x="849" y="15445"/>
                    <a:pt x="1474" y="14313"/>
                  </a:cubicBezTo>
                  <a:lnTo>
                    <a:pt x="8307" y="2009"/>
                  </a:lnTo>
                  <a:cubicBezTo>
                    <a:pt x="8630" y="1424"/>
                    <a:pt x="9211" y="1132"/>
                    <a:pt x="9792" y="1132"/>
                  </a:cubicBezTo>
                  <a:close/>
                  <a:moveTo>
                    <a:pt x="9792" y="1"/>
                  </a:moveTo>
                  <a:cubicBezTo>
                    <a:pt x="8763" y="1"/>
                    <a:pt x="7815" y="559"/>
                    <a:pt x="7317" y="1462"/>
                  </a:cubicBezTo>
                  <a:lnTo>
                    <a:pt x="483" y="13766"/>
                  </a:lnTo>
                  <a:cubicBezTo>
                    <a:pt x="0" y="14642"/>
                    <a:pt x="15" y="15711"/>
                    <a:pt x="523" y="16574"/>
                  </a:cubicBezTo>
                  <a:cubicBezTo>
                    <a:pt x="1033" y="17435"/>
                    <a:pt x="1960" y="17966"/>
                    <a:pt x="2962" y="17966"/>
                  </a:cubicBezTo>
                  <a:lnTo>
                    <a:pt x="16625" y="17966"/>
                  </a:lnTo>
                  <a:cubicBezTo>
                    <a:pt x="17625" y="17966"/>
                    <a:pt x="18555" y="17435"/>
                    <a:pt x="19062" y="16574"/>
                  </a:cubicBezTo>
                  <a:cubicBezTo>
                    <a:pt x="19572" y="15711"/>
                    <a:pt x="19585" y="14642"/>
                    <a:pt x="19101" y="13766"/>
                  </a:cubicBezTo>
                  <a:lnTo>
                    <a:pt x="12271" y="1462"/>
                  </a:lnTo>
                  <a:cubicBezTo>
                    <a:pt x="11770" y="559"/>
                    <a:pt x="10822" y="1"/>
                    <a:pt x="979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5" name="Google Shape;565;p46"/>
            <p:cNvSpPr/>
            <p:nvPr/>
          </p:nvSpPr>
          <p:spPr>
            <a:xfrm>
              <a:off x="6438550" y="4723875"/>
              <a:ext cx="88350" cy="84950"/>
            </a:xfrm>
            <a:custGeom>
              <a:avLst/>
              <a:gdLst/>
              <a:ahLst/>
              <a:cxnLst/>
              <a:rect l="l" t="t" r="r" b="b"/>
              <a:pathLst>
                <a:path w="3534" h="3398" extrusionOk="0">
                  <a:moveTo>
                    <a:pt x="1830" y="1132"/>
                  </a:moveTo>
                  <a:cubicBezTo>
                    <a:pt x="2122" y="1132"/>
                    <a:pt x="2401" y="1358"/>
                    <a:pt x="2401" y="1701"/>
                  </a:cubicBezTo>
                  <a:cubicBezTo>
                    <a:pt x="2401" y="2012"/>
                    <a:pt x="2147" y="2266"/>
                    <a:pt x="1833" y="2266"/>
                  </a:cubicBezTo>
                  <a:cubicBezTo>
                    <a:pt x="1329" y="2266"/>
                    <a:pt x="1076" y="1656"/>
                    <a:pt x="1432" y="1299"/>
                  </a:cubicBezTo>
                  <a:cubicBezTo>
                    <a:pt x="1548" y="1184"/>
                    <a:pt x="1691" y="1132"/>
                    <a:pt x="1830" y="1132"/>
                  </a:cubicBezTo>
                  <a:close/>
                  <a:moveTo>
                    <a:pt x="1833" y="1"/>
                  </a:moveTo>
                  <a:cubicBezTo>
                    <a:pt x="1145" y="1"/>
                    <a:pt x="526" y="415"/>
                    <a:pt x="263" y="1049"/>
                  </a:cubicBezTo>
                  <a:cubicBezTo>
                    <a:pt x="1" y="1683"/>
                    <a:pt x="146" y="2414"/>
                    <a:pt x="632" y="2900"/>
                  </a:cubicBezTo>
                  <a:cubicBezTo>
                    <a:pt x="957" y="3225"/>
                    <a:pt x="1391" y="3397"/>
                    <a:pt x="1833" y="3397"/>
                  </a:cubicBezTo>
                  <a:cubicBezTo>
                    <a:pt x="2052" y="3397"/>
                    <a:pt x="2273" y="3355"/>
                    <a:pt x="2483" y="3268"/>
                  </a:cubicBezTo>
                  <a:cubicBezTo>
                    <a:pt x="3117" y="3005"/>
                    <a:pt x="3533" y="2386"/>
                    <a:pt x="3533" y="1701"/>
                  </a:cubicBezTo>
                  <a:cubicBezTo>
                    <a:pt x="3530" y="762"/>
                    <a:pt x="2772" y="1"/>
                    <a:pt x="183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566" name="Google Shape;566;p46"/>
            <p:cNvSpPr/>
            <p:nvPr/>
          </p:nvSpPr>
          <p:spPr>
            <a:xfrm>
              <a:off x="6441950" y="4497425"/>
              <a:ext cx="84950" cy="198250"/>
            </a:xfrm>
            <a:custGeom>
              <a:avLst/>
              <a:gdLst/>
              <a:ahLst/>
              <a:cxnLst/>
              <a:rect l="l" t="t" r="r" b="b"/>
              <a:pathLst>
                <a:path w="3398" h="7930" extrusionOk="0">
                  <a:moveTo>
                    <a:pt x="1697" y="1133"/>
                  </a:moveTo>
                  <a:cubicBezTo>
                    <a:pt x="2011" y="1133"/>
                    <a:pt x="2265" y="1387"/>
                    <a:pt x="2265" y="1701"/>
                  </a:cubicBezTo>
                  <a:lnTo>
                    <a:pt x="2265" y="6230"/>
                  </a:lnTo>
                  <a:cubicBezTo>
                    <a:pt x="2265" y="6544"/>
                    <a:pt x="2011" y="6797"/>
                    <a:pt x="1697" y="6797"/>
                  </a:cubicBezTo>
                  <a:cubicBezTo>
                    <a:pt x="1383" y="6797"/>
                    <a:pt x="1133" y="6544"/>
                    <a:pt x="1133" y="6230"/>
                  </a:cubicBezTo>
                  <a:lnTo>
                    <a:pt x="1133" y="1701"/>
                  </a:lnTo>
                  <a:cubicBezTo>
                    <a:pt x="1133" y="1387"/>
                    <a:pt x="1383" y="1133"/>
                    <a:pt x="1697" y="1133"/>
                  </a:cubicBezTo>
                  <a:close/>
                  <a:moveTo>
                    <a:pt x="1697" y="1"/>
                  </a:moveTo>
                  <a:cubicBezTo>
                    <a:pt x="758" y="1"/>
                    <a:pt x="1" y="762"/>
                    <a:pt x="1" y="1701"/>
                  </a:cubicBezTo>
                  <a:lnTo>
                    <a:pt x="1" y="6233"/>
                  </a:lnTo>
                  <a:cubicBezTo>
                    <a:pt x="1" y="7169"/>
                    <a:pt x="758" y="7930"/>
                    <a:pt x="1697" y="7930"/>
                  </a:cubicBezTo>
                  <a:cubicBezTo>
                    <a:pt x="2636" y="7930"/>
                    <a:pt x="3397" y="7169"/>
                    <a:pt x="3397" y="6233"/>
                  </a:cubicBezTo>
                  <a:lnTo>
                    <a:pt x="3397" y="1701"/>
                  </a:lnTo>
                  <a:cubicBezTo>
                    <a:pt x="3397" y="762"/>
                    <a:pt x="2636" y="1"/>
                    <a:pt x="1697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567" name="Google Shape;567;p46"/>
          <p:cNvSpPr/>
          <p:nvPr/>
        </p:nvSpPr>
        <p:spPr>
          <a:xfrm>
            <a:off x="7399888" y="34655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46"/>
          <p:cNvSpPr/>
          <p:nvPr/>
        </p:nvSpPr>
        <p:spPr>
          <a:xfrm>
            <a:off x="1412903" y="200987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9" name="Google Shape;569;p46"/>
          <p:cNvGrpSpPr/>
          <p:nvPr/>
        </p:nvGrpSpPr>
        <p:grpSpPr>
          <a:xfrm>
            <a:off x="240000" y="1333364"/>
            <a:ext cx="3397850" cy="187275"/>
            <a:chOff x="-3237675" y="-1132050"/>
            <a:chExt cx="3397850" cy="187275"/>
          </a:xfrm>
        </p:grpSpPr>
        <p:sp>
          <p:nvSpPr>
            <p:cNvPr id="570" name="Google Shape;570;p46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46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46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46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46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46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46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46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46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9" name="Google Shape;579;p46"/>
          <p:cNvGrpSpPr/>
          <p:nvPr/>
        </p:nvGrpSpPr>
        <p:grpSpPr>
          <a:xfrm>
            <a:off x="7670273" y="2912496"/>
            <a:ext cx="2159530" cy="548628"/>
            <a:chOff x="2641350" y="846250"/>
            <a:chExt cx="413600" cy="105075"/>
          </a:xfrm>
        </p:grpSpPr>
        <p:sp>
          <p:nvSpPr>
            <p:cNvPr id="580" name="Google Shape;580;p46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46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46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46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>
          <a:extLst>
            <a:ext uri="{FF2B5EF4-FFF2-40B4-BE49-F238E27FC236}">
              <a16:creationId xmlns:a16="http://schemas.microsoft.com/office/drawing/2014/main" id="{7DC06186-EB82-8C0B-9B38-8C9D7EA92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42">
            <a:extLst>
              <a:ext uri="{FF2B5EF4-FFF2-40B4-BE49-F238E27FC236}">
                <a16:creationId xmlns:a16="http://schemas.microsoft.com/office/drawing/2014/main" id="{42802315-65B3-BFD4-80DA-28FAF2E8D66A}"/>
              </a:ext>
            </a:extLst>
          </p:cNvPr>
          <p:cNvSpPr/>
          <p:nvPr/>
        </p:nvSpPr>
        <p:spPr>
          <a:xfrm>
            <a:off x="1441200" y="519600"/>
            <a:ext cx="6261600" cy="410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8" name="Google Shape;458;p42">
            <a:extLst>
              <a:ext uri="{FF2B5EF4-FFF2-40B4-BE49-F238E27FC236}">
                <a16:creationId xmlns:a16="http://schemas.microsoft.com/office/drawing/2014/main" id="{DD92222B-7EC8-D46D-4CB9-A9E7C4735151}"/>
              </a:ext>
            </a:extLst>
          </p:cNvPr>
          <p:cNvSpPr/>
          <p:nvPr/>
        </p:nvSpPr>
        <p:spPr>
          <a:xfrm>
            <a:off x="1791350" y="851550"/>
            <a:ext cx="55800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42">
            <a:extLst>
              <a:ext uri="{FF2B5EF4-FFF2-40B4-BE49-F238E27FC236}">
                <a16:creationId xmlns:a16="http://schemas.microsoft.com/office/drawing/2014/main" id="{7486B649-EEBB-0654-9832-9AFFA04ACB6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06050" y="2190967"/>
            <a:ext cx="4944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Studii de caz</a:t>
            </a:r>
            <a:endParaRPr dirty="0"/>
          </a:p>
        </p:txBody>
      </p:sp>
      <p:sp>
        <p:nvSpPr>
          <p:cNvPr id="460" name="Google Shape;460;p42">
            <a:extLst>
              <a:ext uri="{FF2B5EF4-FFF2-40B4-BE49-F238E27FC236}">
                <a16:creationId xmlns:a16="http://schemas.microsoft.com/office/drawing/2014/main" id="{24840992-6BEB-CB83-7282-B40D8780111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6389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02.</a:t>
            </a:r>
            <a:endParaRPr dirty="0"/>
          </a:p>
        </p:txBody>
      </p:sp>
      <p:sp>
        <p:nvSpPr>
          <p:cNvPr id="462" name="Google Shape;462;p42">
            <a:extLst>
              <a:ext uri="{FF2B5EF4-FFF2-40B4-BE49-F238E27FC236}">
                <a16:creationId xmlns:a16="http://schemas.microsoft.com/office/drawing/2014/main" id="{FA7E6E5D-F67E-BE26-5CAA-3219215484F8}"/>
              </a:ext>
            </a:extLst>
          </p:cNvPr>
          <p:cNvSpPr/>
          <p:nvPr/>
        </p:nvSpPr>
        <p:spPr>
          <a:xfrm>
            <a:off x="2195400" y="373100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63" name="Google Shape;463;p42">
            <a:extLst>
              <a:ext uri="{FF2B5EF4-FFF2-40B4-BE49-F238E27FC236}">
                <a16:creationId xmlns:a16="http://schemas.microsoft.com/office/drawing/2014/main" id="{50B9DCEE-C56A-3422-478B-982716BB89F1}"/>
              </a:ext>
            </a:extLst>
          </p:cNvPr>
          <p:cNvGrpSpPr/>
          <p:nvPr/>
        </p:nvGrpSpPr>
        <p:grpSpPr>
          <a:xfrm>
            <a:off x="2710863" y="1234912"/>
            <a:ext cx="537556" cy="136576"/>
            <a:chOff x="2641350" y="846250"/>
            <a:chExt cx="413600" cy="105075"/>
          </a:xfrm>
        </p:grpSpPr>
        <p:sp>
          <p:nvSpPr>
            <p:cNvPr id="464" name="Google Shape;464;p42">
              <a:extLst>
                <a:ext uri="{FF2B5EF4-FFF2-40B4-BE49-F238E27FC236}">
                  <a16:creationId xmlns:a16="http://schemas.microsoft.com/office/drawing/2014/main" id="{B343DC60-3942-5650-1159-DBDB5C4400F4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5" name="Google Shape;465;p42">
              <a:extLst>
                <a:ext uri="{FF2B5EF4-FFF2-40B4-BE49-F238E27FC236}">
                  <a16:creationId xmlns:a16="http://schemas.microsoft.com/office/drawing/2014/main" id="{5B14A37A-D7EF-C998-EC1C-BD957943D709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6" name="Google Shape;466;p42">
              <a:extLst>
                <a:ext uri="{FF2B5EF4-FFF2-40B4-BE49-F238E27FC236}">
                  <a16:creationId xmlns:a16="http://schemas.microsoft.com/office/drawing/2014/main" id="{8B36B95D-5800-C86B-2DD4-008746C58F2B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7" name="Google Shape;467;p42">
              <a:extLst>
                <a:ext uri="{FF2B5EF4-FFF2-40B4-BE49-F238E27FC236}">
                  <a16:creationId xmlns:a16="http://schemas.microsoft.com/office/drawing/2014/main" id="{CBC409BD-EA50-42C9-812C-FE69901B830C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8" name="Google Shape;468;p42">
            <a:extLst>
              <a:ext uri="{FF2B5EF4-FFF2-40B4-BE49-F238E27FC236}">
                <a16:creationId xmlns:a16="http://schemas.microsoft.com/office/drawing/2014/main" id="{DCECE671-7DA4-9EFB-A40A-CA5F410399B5}"/>
              </a:ext>
            </a:extLst>
          </p:cNvPr>
          <p:cNvGrpSpPr/>
          <p:nvPr/>
        </p:nvGrpSpPr>
        <p:grpSpPr>
          <a:xfrm>
            <a:off x="2881200" y="4514854"/>
            <a:ext cx="3397850" cy="187275"/>
            <a:chOff x="-3237675" y="-1132050"/>
            <a:chExt cx="3397850" cy="187275"/>
          </a:xfrm>
        </p:grpSpPr>
        <p:sp>
          <p:nvSpPr>
            <p:cNvPr id="469" name="Google Shape;469;p42">
              <a:extLst>
                <a:ext uri="{FF2B5EF4-FFF2-40B4-BE49-F238E27FC236}">
                  <a16:creationId xmlns:a16="http://schemas.microsoft.com/office/drawing/2014/main" id="{9E3A4189-B75F-A0E6-EC8C-2C0A336E3E0C}"/>
                </a:ext>
              </a:extLst>
            </p:cNvPr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0" name="Google Shape;470;p42">
              <a:extLst>
                <a:ext uri="{FF2B5EF4-FFF2-40B4-BE49-F238E27FC236}">
                  <a16:creationId xmlns:a16="http://schemas.microsoft.com/office/drawing/2014/main" id="{A4EE234E-13DB-FE9C-03E4-BF2097FE9313}"/>
                </a:ext>
              </a:extLst>
            </p:cNvPr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1" name="Google Shape;471;p42">
              <a:extLst>
                <a:ext uri="{FF2B5EF4-FFF2-40B4-BE49-F238E27FC236}">
                  <a16:creationId xmlns:a16="http://schemas.microsoft.com/office/drawing/2014/main" id="{B5219828-842D-B5E8-B49F-976C8AEA298A}"/>
                </a:ext>
              </a:extLst>
            </p:cNvPr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2" name="Google Shape;472;p42">
              <a:extLst>
                <a:ext uri="{FF2B5EF4-FFF2-40B4-BE49-F238E27FC236}">
                  <a16:creationId xmlns:a16="http://schemas.microsoft.com/office/drawing/2014/main" id="{E9BB3528-86D0-4FC3-A6DF-5016AA05ECF7}"/>
                </a:ext>
              </a:extLst>
            </p:cNvPr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3" name="Google Shape;473;p42">
              <a:extLst>
                <a:ext uri="{FF2B5EF4-FFF2-40B4-BE49-F238E27FC236}">
                  <a16:creationId xmlns:a16="http://schemas.microsoft.com/office/drawing/2014/main" id="{F71D7A5D-03B3-5577-DE1B-728639B4B794}"/>
                </a:ext>
              </a:extLst>
            </p:cNvPr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42">
              <a:extLst>
                <a:ext uri="{FF2B5EF4-FFF2-40B4-BE49-F238E27FC236}">
                  <a16:creationId xmlns:a16="http://schemas.microsoft.com/office/drawing/2014/main" id="{CD7E1B42-5F1C-D583-A168-05AD03D6E116}"/>
                </a:ext>
              </a:extLst>
            </p:cNvPr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42">
              <a:extLst>
                <a:ext uri="{FF2B5EF4-FFF2-40B4-BE49-F238E27FC236}">
                  <a16:creationId xmlns:a16="http://schemas.microsoft.com/office/drawing/2014/main" id="{E0D9B9AE-BD53-B345-ADC5-1513D49089DC}"/>
                </a:ext>
              </a:extLst>
            </p:cNvPr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42">
              <a:extLst>
                <a:ext uri="{FF2B5EF4-FFF2-40B4-BE49-F238E27FC236}">
                  <a16:creationId xmlns:a16="http://schemas.microsoft.com/office/drawing/2014/main" id="{8C517EB4-0C31-82B0-D7FE-0885371E4987}"/>
                </a:ext>
              </a:extLst>
            </p:cNvPr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42">
              <a:extLst>
                <a:ext uri="{FF2B5EF4-FFF2-40B4-BE49-F238E27FC236}">
                  <a16:creationId xmlns:a16="http://schemas.microsoft.com/office/drawing/2014/main" id="{C3309512-9B5B-BBEE-6BA9-B0D8547041C8}"/>
                </a:ext>
              </a:extLst>
            </p:cNvPr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478" name="Google Shape;478;p42">
            <a:extLst>
              <a:ext uri="{FF2B5EF4-FFF2-40B4-BE49-F238E27FC236}">
                <a16:creationId xmlns:a16="http://schemas.microsoft.com/office/drawing/2014/main" id="{2CD552B6-1571-F197-05F7-AA2BA15A3C86}"/>
              </a:ext>
            </a:extLst>
          </p:cNvPr>
          <p:cNvCxnSpPr/>
          <p:nvPr/>
        </p:nvCxnSpPr>
        <p:spPr>
          <a:xfrm rot="10800000" flipH="1">
            <a:off x="2195400" y="3746567"/>
            <a:ext cx="6957300" cy="22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007083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4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Studiu de caz</a:t>
            </a:r>
            <a:endParaRPr dirty="0"/>
          </a:p>
        </p:txBody>
      </p:sp>
      <p:sp>
        <p:nvSpPr>
          <p:cNvPr id="504" name="Google Shape;504;p44"/>
          <p:cNvSpPr txBox="1"/>
          <p:nvPr/>
        </p:nvSpPr>
        <p:spPr>
          <a:xfrm>
            <a:off x="1011791" y="1811412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chemeClr val="accen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505" name="Google Shape;505;p44"/>
          <p:cNvSpPr txBox="1"/>
          <p:nvPr/>
        </p:nvSpPr>
        <p:spPr>
          <a:xfrm>
            <a:off x="1011791" y="1870323"/>
            <a:ext cx="2016900" cy="382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Pe baza unui studiu de caz realizat pe o perioada medie de 3 luni am reusit sa realizez un grafic.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506" name="Google Shape;506;p44"/>
          <p:cNvSpPr txBox="1"/>
          <p:nvPr/>
        </p:nvSpPr>
        <p:spPr>
          <a:xfrm>
            <a:off x="1011791" y="2968262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Scop si beneficii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507" name="Google Shape;507;p44"/>
          <p:cNvSpPr txBox="1"/>
          <p:nvPr/>
        </p:nvSpPr>
        <p:spPr>
          <a:xfrm>
            <a:off x="1011791" y="3283637"/>
            <a:ext cx="2016900" cy="10356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Scopul proiectului este de a reduce cu macar 30% accidentele.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grpSp>
        <p:nvGrpSpPr>
          <p:cNvPr id="508" name="Google Shape;508;p44"/>
          <p:cNvGrpSpPr/>
          <p:nvPr/>
        </p:nvGrpSpPr>
        <p:grpSpPr>
          <a:xfrm rot="10800000">
            <a:off x="4305271" y="4810771"/>
            <a:ext cx="537556" cy="136576"/>
            <a:chOff x="2641350" y="846250"/>
            <a:chExt cx="413600" cy="105075"/>
          </a:xfrm>
        </p:grpSpPr>
        <p:sp>
          <p:nvSpPr>
            <p:cNvPr id="509" name="Google Shape;509;p44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44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44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44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3" name="Google Shape;513;p44"/>
          <p:cNvGrpSpPr/>
          <p:nvPr/>
        </p:nvGrpSpPr>
        <p:grpSpPr>
          <a:xfrm>
            <a:off x="878338" y="983704"/>
            <a:ext cx="913425" cy="370975"/>
            <a:chOff x="6514150" y="4420266"/>
            <a:chExt cx="913425" cy="370975"/>
          </a:xfrm>
        </p:grpSpPr>
        <p:sp>
          <p:nvSpPr>
            <p:cNvPr id="514" name="Google Shape;514;p44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44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A7F1EAD1-3180-D6D2-2168-AB31E5AF2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8415" y="1435564"/>
            <a:ext cx="3740229" cy="24978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5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Studiu de caz</a:t>
            </a:r>
            <a:br>
              <a:rPr lang="en" dirty="0"/>
            </a:br>
            <a:r>
              <a:rPr lang="en" sz="2400" dirty="0"/>
              <a:t>Accidente raportat la numarul de conducatori auto</a:t>
            </a:r>
            <a:endParaRPr dirty="0"/>
          </a:p>
        </p:txBody>
      </p:sp>
      <p:pic>
        <p:nvPicPr>
          <p:cNvPr id="753" name="Google Shape;753;p51" title="Gráfico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141855" y="1701304"/>
            <a:ext cx="2824775" cy="2802126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51"/>
          <p:cNvSpPr txBox="1"/>
          <p:nvPr/>
        </p:nvSpPr>
        <p:spPr>
          <a:xfrm>
            <a:off x="1177370" y="1863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rPr>
              <a:t>24%</a:t>
            </a:r>
            <a:endParaRPr sz="2500">
              <a:solidFill>
                <a:schemeClr val="accent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55" name="Google Shape;755;p51"/>
          <p:cNvSpPr txBox="1"/>
          <p:nvPr/>
        </p:nvSpPr>
        <p:spPr>
          <a:xfrm>
            <a:off x="2031191" y="1862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Mediul Rural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756" name="Google Shape;756;p51"/>
          <p:cNvSpPr txBox="1"/>
          <p:nvPr/>
        </p:nvSpPr>
        <p:spPr>
          <a:xfrm>
            <a:off x="1177370" y="2498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3"/>
                </a:solidFill>
                <a:latin typeface="Bebas Neue"/>
                <a:ea typeface="Bebas Neue"/>
                <a:cs typeface="Bebas Neue"/>
                <a:sym typeface="Bebas Neue"/>
              </a:rPr>
              <a:t>36%</a:t>
            </a:r>
            <a:endParaRPr sz="2500" dirty="0">
              <a:solidFill>
                <a:schemeClr val="accent3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57" name="Google Shape;757;p51"/>
          <p:cNvSpPr txBox="1"/>
          <p:nvPr/>
        </p:nvSpPr>
        <p:spPr>
          <a:xfrm>
            <a:off x="2031191" y="2497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Mediul Urban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758" name="Google Shape;758;p51"/>
          <p:cNvSpPr txBox="1"/>
          <p:nvPr/>
        </p:nvSpPr>
        <p:spPr>
          <a:xfrm>
            <a:off x="1177370" y="3133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6%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59" name="Google Shape;759;p51"/>
          <p:cNvSpPr txBox="1"/>
          <p:nvPr/>
        </p:nvSpPr>
        <p:spPr>
          <a:xfrm>
            <a:off x="2031191" y="3132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Decese sau rani grave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760" name="Google Shape;760;p51"/>
          <p:cNvSpPr txBox="1"/>
          <p:nvPr/>
        </p:nvSpPr>
        <p:spPr>
          <a:xfrm>
            <a:off x="1177370" y="3768173"/>
            <a:ext cx="837000" cy="64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rPr>
              <a:t>44%</a:t>
            </a:r>
            <a:endParaRPr sz="2500" dirty="0">
              <a:solidFill>
                <a:schemeClr val="dk1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761" name="Google Shape;761;p51"/>
          <p:cNvSpPr txBox="1"/>
          <p:nvPr/>
        </p:nvSpPr>
        <p:spPr>
          <a:xfrm>
            <a:off x="2031191" y="3767873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Bucuresti+ILFOV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cxnSp>
        <p:nvCxnSpPr>
          <p:cNvPr id="762" name="Google Shape;762;p51"/>
          <p:cNvCxnSpPr/>
          <p:nvPr/>
        </p:nvCxnSpPr>
        <p:spPr>
          <a:xfrm flipH="1">
            <a:off x="1953141" y="2019184"/>
            <a:ext cx="3300" cy="22488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63" name="Google Shape;763;p51"/>
          <p:cNvGrpSpPr/>
          <p:nvPr/>
        </p:nvGrpSpPr>
        <p:grpSpPr>
          <a:xfrm rot="10800000">
            <a:off x="4305271" y="4810771"/>
            <a:ext cx="537556" cy="136576"/>
            <a:chOff x="2641350" y="846250"/>
            <a:chExt cx="413600" cy="105075"/>
          </a:xfrm>
        </p:grpSpPr>
        <p:sp>
          <p:nvSpPr>
            <p:cNvPr id="764" name="Google Shape;764;p51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51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51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51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68" name="Google Shape;768;p51"/>
          <p:cNvGrpSpPr/>
          <p:nvPr/>
        </p:nvGrpSpPr>
        <p:grpSpPr>
          <a:xfrm>
            <a:off x="878338" y="983704"/>
            <a:ext cx="913425" cy="370975"/>
            <a:chOff x="6514150" y="4420266"/>
            <a:chExt cx="913425" cy="370975"/>
          </a:xfrm>
        </p:grpSpPr>
        <p:sp>
          <p:nvSpPr>
            <p:cNvPr id="769" name="Google Shape;769;p51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51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1" name="Google Shape;771;p51"/>
          <p:cNvSpPr/>
          <p:nvPr/>
        </p:nvSpPr>
        <p:spPr>
          <a:xfrm>
            <a:off x="996769" y="2075273"/>
            <a:ext cx="225000" cy="225000"/>
          </a:xfrm>
          <a:prstGeom prst="rect">
            <a:avLst/>
          </a:prstGeom>
          <a:solidFill>
            <a:schemeClr val="accent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2" name="Google Shape;772;p51"/>
          <p:cNvSpPr/>
          <p:nvPr/>
        </p:nvSpPr>
        <p:spPr>
          <a:xfrm>
            <a:off x="996769" y="2761073"/>
            <a:ext cx="225000" cy="225000"/>
          </a:xfrm>
          <a:prstGeom prst="rect">
            <a:avLst/>
          </a:prstGeom>
          <a:solidFill>
            <a:schemeClr val="accent3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3" name="Google Shape;773;p51"/>
          <p:cNvSpPr/>
          <p:nvPr/>
        </p:nvSpPr>
        <p:spPr>
          <a:xfrm>
            <a:off x="996769" y="3370673"/>
            <a:ext cx="225000" cy="225000"/>
          </a:xfrm>
          <a:prstGeom prst="rect">
            <a:avLst/>
          </a:prstGeom>
          <a:solidFill>
            <a:schemeClr val="accen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4" name="Google Shape;774;p51"/>
          <p:cNvSpPr/>
          <p:nvPr/>
        </p:nvSpPr>
        <p:spPr>
          <a:xfrm>
            <a:off x="996769" y="3980273"/>
            <a:ext cx="225000" cy="2250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p51"/>
          <p:cNvSpPr txBox="1"/>
          <p:nvPr/>
        </p:nvSpPr>
        <p:spPr>
          <a:xfrm>
            <a:off x="1084358" y="4589881"/>
            <a:ext cx="6975300" cy="2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Follow the link in the graph to modify its data and then paste the new one here. </a:t>
            </a:r>
            <a:r>
              <a:rPr lang="en" sz="1100">
                <a:solidFill>
                  <a:schemeClr val="lt1"/>
                </a:solidFill>
                <a:uFill>
                  <a:noFill/>
                </a:uFill>
                <a:latin typeface="Raleway Medium"/>
                <a:ea typeface="Raleway Medium"/>
                <a:cs typeface="Raleway Medium"/>
                <a:sym typeface="Raleway Medium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 more info,</a:t>
            </a:r>
            <a:r>
              <a:rPr lang="en" sz="1100">
                <a:solidFill>
                  <a:schemeClr val="lt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" sz="1100" b="1">
                <a:solidFill>
                  <a:schemeClr val="lt1"/>
                </a:solidFill>
                <a:uFill>
                  <a:noFill/>
                </a:uFill>
                <a:latin typeface="Raleway"/>
                <a:ea typeface="Raleway"/>
                <a:cs typeface="Raleway"/>
                <a:sym typeface="Raleway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click here</a:t>
            </a:r>
            <a:endParaRPr sz="1100">
              <a:solidFill>
                <a:schemeClr val="lt1"/>
              </a:solidFill>
              <a:latin typeface="Raleway"/>
              <a:ea typeface="Raleway"/>
              <a:cs typeface="Raleway"/>
              <a:sym typeface="Raleway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48"/>
          <p:cNvSpPr/>
          <p:nvPr/>
        </p:nvSpPr>
        <p:spPr>
          <a:xfrm>
            <a:off x="6145081" y="11643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48"/>
          <p:cNvSpPr/>
          <p:nvPr/>
        </p:nvSpPr>
        <p:spPr>
          <a:xfrm>
            <a:off x="380800" y="519600"/>
            <a:ext cx="6261600" cy="4624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48"/>
          <p:cNvSpPr/>
          <p:nvPr/>
        </p:nvSpPr>
        <p:spPr>
          <a:xfrm>
            <a:off x="616941" y="831900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3" name="Google Shape;603;p48"/>
          <p:cNvSpPr txBox="1">
            <a:spLocks noGrp="1"/>
          </p:cNvSpPr>
          <p:nvPr>
            <p:ph type="title"/>
          </p:nvPr>
        </p:nvSpPr>
        <p:spPr>
          <a:xfrm>
            <a:off x="1039150" y="2190975"/>
            <a:ext cx="51060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Sistemul cu Inteligenta artificala</a:t>
            </a:r>
            <a:endParaRPr dirty="0"/>
          </a:p>
        </p:txBody>
      </p:sp>
      <p:sp>
        <p:nvSpPr>
          <p:cNvPr id="604" name="Google Shape;604;p48"/>
          <p:cNvSpPr txBox="1">
            <a:spLocks noGrp="1"/>
          </p:cNvSpPr>
          <p:nvPr>
            <p:ph type="title" idx="2"/>
          </p:nvPr>
        </p:nvSpPr>
        <p:spPr>
          <a:xfrm>
            <a:off x="1039142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03.</a:t>
            </a:r>
            <a:endParaRPr dirty="0"/>
          </a:p>
        </p:txBody>
      </p:sp>
      <p:grpSp>
        <p:nvGrpSpPr>
          <p:cNvPr id="606" name="Google Shape;606;p48"/>
          <p:cNvGrpSpPr/>
          <p:nvPr/>
        </p:nvGrpSpPr>
        <p:grpSpPr>
          <a:xfrm rot="-5400000">
            <a:off x="328789" y="1830282"/>
            <a:ext cx="772605" cy="196301"/>
            <a:chOff x="2641350" y="846250"/>
            <a:chExt cx="413600" cy="105075"/>
          </a:xfrm>
        </p:grpSpPr>
        <p:sp>
          <p:nvSpPr>
            <p:cNvPr id="607" name="Google Shape;607;p48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48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48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48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611" name="Google Shape;611;p48"/>
          <p:cNvCxnSpPr/>
          <p:nvPr/>
        </p:nvCxnSpPr>
        <p:spPr>
          <a:xfrm>
            <a:off x="453675" y="4411950"/>
            <a:ext cx="5442600" cy="54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" name="Subtitle 2">
            <a:extLst>
              <a:ext uri="{FF2B5EF4-FFF2-40B4-BE49-F238E27FC236}">
                <a16:creationId xmlns:a16="http://schemas.microsoft.com/office/drawing/2014/main" id="{99C7E202-AD4F-2D08-0058-2502A58207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Componente</a:t>
            </a:r>
            <a:r>
              <a:rPr lang="en-US" dirty="0"/>
              <a:t>, </a:t>
            </a:r>
            <a:r>
              <a:rPr lang="en-US" dirty="0" err="1"/>
              <a:t>descriere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structura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7EDA80D-09F8-F65A-05B0-175B105103A3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89209" y="118947"/>
            <a:ext cx="7478751" cy="817756"/>
          </a:xfrm>
        </p:spPr>
        <p:txBody>
          <a:bodyPr/>
          <a:lstStyle/>
          <a:p>
            <a:r>
              <a:rPr lang="en-US" dirty="0" err="1"/>
              <a:t>Descriere</a:t>
            </a:r>
            <a:r>
              <a:rPr lang="en-US" dirty="0"/>
              <a:t> </a:t>
            </a:r>
            <a:r>
              <a:rPr lang="en-US" dirty="0" err="1"/>
              <a:t>retea</a:t>
            </a:r>
            <a:r>
              <a:rPr lang="en-US" dirty="0"/>
              <a:t> </a:t>
            </a:r>
            <a:r>
              <a:rPr lang="en-US" dirty="0" err="1"/>
              <a:t>neuronala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8DAF812-A1DA-9BD9-AF0C-EEAB1974C5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4791" y="1042301"/>
            <a:ext cx="7288335" cy="3335367"/>
          </a:xfrm>
        </p:spPr>
        <p:txBody>
          <a:bodyPr/>
          <a:lstStyle/>
          <a:p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Reteaua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neuronala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antrenata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</a:p>
          <a:p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Tx/>
              <a:buChar char="-"/>
            </a:pP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aproximeze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al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fiecarui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vehicul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participant la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trafic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bazat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numarul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inmatriculare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aferent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masinii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fiind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posibila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adaugarea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noi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accidente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numarul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inmatriculare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daca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cazul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Tx/>
              <a:buChar char="-"/>
            </a:pP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Gradul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la care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este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expus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orice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participant la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trafic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din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anumite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intersectii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fiind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posibila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raportarea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unui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nou accident in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intersectia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selectata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Tx/>
              <a:buChar char="-"/>
            </a:pP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prezica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momentul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 care un participant la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trafic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poate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fi in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pericol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apropiindu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-se de o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intersectie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cu grad mare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risc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la un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anumit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interval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orar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fiind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inconjurat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alti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participanti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care au un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istoric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anevoios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asociat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numarului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US" sz="16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inmatriculare</a:t>
            </a:r>
            <a:r>
              <a:rPr lang="en-US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buFontTx/>
              <a:buChar char="-"/>
            </a:pPr>
            <a:endParaRPr lang="en-US" sz="1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5295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49"/>
          <p:cNvSpPr txBox="1">
            <a:spLocks noGrp="1"/>
          </p:cNvSpPr>
          <p:nvPr>
            <p:ph type="title"/>
          </p:nvPr>
        </p:nvSpPr>
        <p:spPr>
          <a:xfrm>
            <a:off x="720000" y="273344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COmponente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1A86A1-B464-E3D7-8B76-CA5A88FF36D4}"/>
              </a:ext>
            </a:extLst>
          </p:cNvPr>
          <p:cNvSpPr txBox="1"/>
          <p:nvPr/>
        </p:nvSpPr>
        <p:spPr>
          <a:xfrm>
            <a:off x="1115122" y="1576039"/>
            <a:ext cx="715164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Componente</a:t>
            </a:r>
            <a:r>
              <a:rPr lang="en-US" dirty="0"/>
              <a:t> </a:t>
            </a:r>
            <a:r>
              <a:rPr lang="en-US" dirty="0" err="1"/>
              <a:t>fizice</a:t>
            </a:r>
            <a:r>
              <a:rPr lang="en-US" dirty="0"/>
              <a:t> (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viitor</a:t>
            </a:r>
            <a:r>
              <a:rPr lang="en-US" dirty="0"/>
              <a:t>) :</a:t>
            </a:r>
          </a:p>
          <a:p>
            <a:r>
              <a:rPr lang="en-US" dirty="0"/>
              <a:t>-</a:t>
            </a:r>
            <a:r>
              <a:rPr lang="en-US" dirty="0" err="1"/>
              <a:t>Camerele</a:t>
            </a:r>
            <a:r>
              <a:rPr lang="en-US" dirty="0"/>
              <a:t> </a:t>
            </a:r>
            <a:r>
              <a:rPr lang="en-US" dirty="0" err="1"/>
              <a:t>amplasate</a:t>
            </a:r>
            <a:r>
              <a:rPr lang="en-US" dirty="0"/>
              <a:t> pe </a:t>
            </a:r>
            <a:r>
              <a:rPr lang="en-US" dirty="0" err="1"/>
              <a:t>masina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identificarea</a:t>
            </a:r>
            <a:r>
              <a:rPr lang="en-US" dirty="0"/>
              <a:t> </a:t>
            </a:r>
            <a:r>
              <a:rPr lang="en-US" dirty="0" err="1"/>
              <a:t>numarului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, </a:t>
            </a:r>
            <a:r>
              <a:rPr lang="en-US" dirty="0" err="1"/>
              <a:t>reprezentand</a:t>
            </a:r>
            <a:r>
              <a:rPr lang="en-US" dirty="0"/>
              <a:t>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o data de </a:t>
            </a:r>
            <a:r>
              <a:rPr lang="en-US" dirty="0" err="1"/>
              <a:t>intrare</a:t>
            </a:r>
            <a:endParaRPr lang="en-US" dirty="0"/>
          </a:p>
          <a:p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Sistem</a:t>
            </a:r>
            <a:r>
              <a:rPr lang="en-US" dirty="0"/>
              <a:t> de </a:t>
            </a:r>
            <a:r>
              <a:rPr lang="en-US" dirty="0" err="1"/>
              <a:t>localizare</a:t>
            </a:r>
            <a:r>
              <a:rPr lang="en-US" dirty="0"/>
              <a:t>,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folosit</a:t>
            </a:r>
            <a:r>
              <a:rPr lang="en-US" dirty="0"/>
              <a:t> ca data de </a:t>
            </a:r>
            <a:r>
              <a:rPr lang="en-US" dirty="0" err="1"/>
              <a:t>intrare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Componente</a:t>
            </a:r>
            <a:r>
              <a:rPr lang="en-US" dirty="0"/>
              <a:t> soft:</a:t>
            </a:r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inregistrarea</a:t>
            </a:r>
            <a:r>
              <a:rPr lang="en-US" dirty="0"/>
              <a:t> </a:t>
            </a:r>
            <a:r>
              <a:rPr lang="en-US" dirty="0" err="1"/>
              <a:t>soferilor</a:t>
            </a:r>
            <a:r>
              <a:rPr lang="en-US" dirty="0"/>
              <a:t> + </a:t>
            </a:r>
            <a:r>
              <a:rPr lang="en-US" dirty="0" err="1"/>
              <a:t>numarul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 </a:t>
            </a:r>
            <a:r>
              <a:rPr lang="en-US" dirty="0" err="1"/>
              <a:t>asociat</a:t>
            </a:r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numere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 fictive</a:t>
            </a:r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grad de accident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intersectiii</a:t>
            </a:r>
            <a:endParaRPr lang="en-US" dirty="0"/>
          </a:p>
          <a:p>
            <a:r>
              <a:rPr lang="en-US" dirty="0"/>
              <a:t>-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grad de </a:t>
            </a:r>
            <a:r>
              <a:rPr lang="en-US" dirty="0" err="1"/>
              <a:t>risc</a:t>
            </a:r>
            <a:r>
              <a:rPr lang="en-US" dirty="0"/>
              <a:t> </a:t>
            </a:r>
            <a:r>
              <a:rPr lang="en-US" dirty="0" err="1"/>
              <a:t>prezinta</a:t>
            </a:r>
            <a:r>
              <a:rPr lang="en-US" dirty="0"/>
              <a:t> </a:t>
            </a:r>
            <a:r>
              <a:rPr lang="en-US" dirty="0" err="1"/>
              <a:t>soferul</a:t>
            </a:r>
            <a:r>
              <a:rPr lang="en-US" dirty="0"/>
              <a:t> din </a:t>
            </a:r>
            <a:r>
              <a:rPr lang="en-US" dirty="0" err="1"/>
              <a:t>jurul</a:t>
            </a:r>
            <a:r>
              <a:rPr lang="en-US" dirty="0"/>
              <a:t> </a:t>
            </a:r>
            <a:r>
              <a:rPr lang="en-US" dirty="0" err="1"/>
              <a:t>masinii</a:t>
            </a:r>
            <a:r>
              <a:rPr lang="en-US" dirty="0"/>
              <a:t> tale.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30254-FF48-9C23-C3CE-FEF7DD7B9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Tehnologii </a:t>
            </a:r>
            <a:r>
              <a:rPr lang="en-US" dirty="0" err="1"/>
              <a:t>utilizate</a:t>
            </a:r>
            <a:endParaRPr lang="en-US" dirty="0"/>
          </a:p>
        </p:txBody>
      </p:sp>
      <p:pic>
        <p:nvPicPr>
          <p:cNvPr id="1026" name="Picture 2" descr="Reasons to Choose PyTorch for Deep Learning | by Claire D. Costa | TDS  Archive | Medium">
            <a:extLst>
              <a:ext uri="{FF2B5EF4-FFF2-40B4-BE49-F238E27FC236}">
                <a16:creationId xmlns:a16="http://schemas.microsoft.com/office/drawing/2014/main" id="{85D452C2-98B0-F041-E347-1126D84DA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1569" y="2402784"/>
            <a:ext cx="1962431" cy="1206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4F75A5F-85E5-CB10-3771-50EDD95574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569" y="1187183"/>
            <a:ext cx="1960417" cy="12251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88AE7E0-9CFE-1C1A-968F-39621BA0707F}"/>
              </a:ext>
            </a:extLst>
          </p:cNvPr>
          <p:cNvSpPr txBox="1"/>
          <p:nvPr/>
        </p:nvSpPr>
        <p:spPr>
          <a:xfrm>
            <a:off x="1648688" y="1448365"/>
            <a:ext cx="428105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Daca ne </a:t>
            </a:r>
            <a:r>
              <a:rPr lang="en-US" dirty="0" err="1"/>
              <a:t>referim</a:t>
            </a:r>
            <a:r>
              <a:rPr lang="en-US" dirty="0"/>
              <a:t> la </a:t>
            </a:r>
            <a:r>
              <a:rPr lang="en-US" dirty="0" err="1"/>
              <a:t>tehnologii</a:t>
            </a:r>
            <a:r>
              <a:rPr lang="en-US" dirty="0"/>
              <a:t> </a:t>
            </a:r>
            <a:r>
              <a:rPr lang="en-US" dirty="0" err="1"/>
              <a:t>utilizate</a:t>
            </a:r>
            <a:r>
              <a:rPr lang="en-US" dirty="0"/>
              <a:t>,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limbaj</a:t>
            </a:r>
            <a:r>
              <a:rPr lang="en-US" dirty="0"/>
              <a:t>/ </a:t>
            </a:r>
            <a:r>
              <a:rPr lang="en-US" dirty="0" err="1"/>
              <a:t>platforma</a:t>
            </a:r>
            <a:r>
              <a:rPr lang="en-US" dirty="0"/>
              <a:t> am </a:t>
            </a:r>
            <a:r>
              <a:rPr lang="en-US" dirty="0" err="1"/>
              <a:t>folosit</a:t>
            </a:r>
            <a:r>
              <a:rPr lang="en-US" dirty="0"/>
              <a:t> Python cu </a:t>
            </a:r>
            <a:r>
              <a:rPr lang="en-US" dirty="0" err="1"/>
              <a:t>rulare</a:t>
            </a:r>
            <a:r>
              <a:rPr lang="en-US" dirty="0"/>
              <a:t> pe windows.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 err="1"/>
              <a:t>Pentru</a:t>
            </a:r>
            <a:r>
              <a:rPr lang="en-US" dirty="0"/>
              <a:t> machine learning </a:t>
            </a:r>
            <a:r>
              <a:rPr lang="en-US" dirty="0" err="1"/>
              <a:t>si</a:t>
            </a:r>
            <a:r>
              <a:rPr lang="en-US" dirty="0"/>
              <a:t> deep learning am </a:t>
            </a:r>
            <a:r>
              <a:rPr lang="en-US" dirty="0" err="1"/>
              <a:t>folosit</a:t>
            </a:r>
            <a:r>
              <a:rPr lang="en-US" dirty="0"/>
              <a:t> </a:t>
            </a:r>
            <a:r>
              <a:rPr lang="en-US" dirty="0" err="1"/>
              <a:t>pytorch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reteaua</a:t>
            </a:r>
            <a:r>
              <a:rPr lang="en-US" dirty="0"/>
              <a:t> </a:t>
            </a:r>
            <a:r>
              <a:rPr lang="en-US" dirty="0" err="1"/>
              <a:t>neuronala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partea</a:t>
            </a:r>
            <a:r>
              <a:rPr lang="en-US" dirty="0"/>
              <a:t> de </a:t>
            </a:r>
            <a:r>
              <a:rPr lang="en-US" dirty="0" err="1"/>
              <a:t>procesare</a:t>
            </a:r>
            <a:r>
              <a:rPr lang="en-US" dirty="0"/>
              <a:t> date am </a:t>
            </a:r>
            <a:r>
              <a:rPr lang="en-US" dirty="0" err="1"/>
              <a:t>folosit</a:t>
            </a:r>
            <a:r>
              <a:rPr lang="en-US" dirty="0"/>
              <a:t> Pandas,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calcule</a:t>
            </a:r>
            <a:r>
              <a:rPr lang="en-US" dirty="0"/>
              <a:t> </a:t>
            </a:r>
            <a:r>
              <a:rPr lang="en-US" dirty="0" err="1"/>
              <a:t>numerice</a:t>
            </a:r>
            <a:r>
              <a:rPr lang="en-US" dirty="0"/>
              <a:t> </a:t>
            </a:r>
            <a:r>
              <a:rPr lang="en-US" dirty="0" err="1"/>
              <a:t>numpy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pic>
        <p:nvPicPr>
          <p:cNvPr id="6" name="Picture 4" descr="pandas (software) - Wikipedia">
            <a:extLst>
              <a:ext uri="{FF2B5EF4-FFF2-40B4-BE49-F238E27FC236}">
                <a16:creationId xmlns:a16="http://schemas.microsoft.com/office/drawing/2014/main" id="{C5FB5C34-FBAF-0FF7-3691-15D4972E5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00" y="3612306"/>
            <a:ext cx="4007881" cy="1531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numpy · PyPI">
            <a:extLst>
              <a:ext uri="{FF2B5EF4-FFF2-40B4-BE49-F238E27FC236}">
                <a16:creationId xmlns:a16="http://schemas.microsoft.com/office/drawing/2014/main" id="{DE3FA7C5-2855-1CD5-6BCA-1EC3798B2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9895" y="3610573"/>
            <a:ext cx="3692091" cy="1534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6092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97DCA-9659-2CDC-34DA-5AE624AA4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DB6D3-FBFE-FED0-598D-847E4AC79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Tehnologii </a:t>
            </a:r>
            <a:r>
              <a:rPr lang="en-US" dirty="0" err="1"/>
              <a:t>utilizate</a:t>
            </a:r>
            <a:endParaRPr lang="en-US" dirty="0"/>
          </a:p>
        </p:txBody>
      </p:sp>
      <p:pic>
        <p:nvPicPr>
          <p:cNvPr id="2056" name="Picture 8" descr="Python Tkinter GUI Development : With 12 + Project">
            <a:extLst>
              <a:ext uri="{FF2B5EF4-FFF2-40B4-BE49-F238E27FC236}">
                <a16:creationId xmlns:a16="http://schemas.microsoft.com/office/drawing/2014/main" id="{77D195EE-EEFE-EDB5-5B6D-C61FACD650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9145" y="1178841"/>
            <a:ext cx="1941508" cy="1693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6C5C6A7-D8A7-011C-0606-69FD9FB67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0281" y="1178842"/>
            <a:ext cx="1693719" cy="16937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4EE45F-D4B1-81B1-63BC-17C461BE64F5}"/>
              </a:ext>
            </a:extLst>
          </p:cNvPr>
          <p:cNvSpPr txBox="1"/>
          <p:nvPr/>
        </p:nvSpPr>
        <p:spPr>
          <a:xfrm>
            <a:off x="997527" y="1724891"/>
            <a:ext cx="394161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partea</a:t>
            </a:r>
            <a:r>
              <a:rPr lang="en-US" dirty="0"/>
              <a:t> de UI/ </a:t>
            </a:r>
            <a:r>
              <a:rPr lang="en-US" dirty="0" err="1"/>
              <a:t>Aplicatie</a:t>
            </a:r>
            <a:r>
              <a:rPr lang="en-US" dirty="0"/>
              <a:t> am </a:t>
            </a:r>
            <a:r>
              <a:rPr lang="en-US" dirty="0" err="1"/>
              <a:t>folosit</a:t>
            </a:r>
            <a:r>
              <a:rPr lang="en-US" dirty="0"/>
              <a:t> </a:t>
            </a:r>
            <a:r>
              <a:rPr lang="en-US" dirty="0" err="1"/>
              <a:t>Tkinter</a:t>
            </a:r>
            <a:endParaRPr lang="en-US" dirty="0"/>
          </a:p>
          <a:p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interfata</a:t>
            </a:r>
            <a:r>
              <a:rPr lang="en-US" dirty="0"/>
              <a:t> desktop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Streamlit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interfata</a:t>
            </a:r>
            <a:r>
              <a:rPr lang="en-US" dirty="0"/>
              <a:t> web</a:t>
            </a:r>
          </a:p>
        </p:txBody>
      </p:sp>
      <p:pic>
        <p:nvPicPr>
          <p:cNvPr id="2062" name="Picture 14" descr="OpenCV-Python Is Now An Official OpenCV Project - OpenCV">
            <a:extLst>
              <a:ext uri="{FF2B5EF4-FFF2-40B4-BE49-F238E27FC236}">
                <a16:creationId xmlns:a16="http://schemas.microsoft.com/office/drawing/2014/main" id="{6AF4D469-F8BC-194F-963A-BE76EDD346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2362" y="3760100"/>
            <a:ext cx="2735837" cy="1299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8A1657-710B-4E29-FBAE-C3CA4EA545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8404" y="3463976"/>
            <a:ext cx="1892247" cy="1892247"/>
          </a:xfrm>
          <a:prstGeom prst="rect">
            <a:avLst/>
          </a:prstGeom>
        </p:spPr>
      </p:pic>
      <p:pic>
        <p:nvPicPr>
          <p:cNvPr id="2068" name="Picture 20" descr="GitHub - python-pillow/Pillow: Python Imaging Library (Fork)">
            <a:extLst>
              <a:ext uri="{FF2B5EF4-FFF2-40B4-BE49-F238E27FC236}">
                <a16:creationId xmlns:a16="http://schemas.microsoft.com/office/drawing/2014/main" id="{A36B7437-3367-0F5A-0555-C39B715E2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7527" y="3863218"/>
            <a:ext cx="2365664" cy="1182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3BDF0A-D3D6-EB87-BD98-8C52CCC5C657}"/>
              </a:ext>
            </a:extLst>
          </p:cNvPr>
          <p:cNvSpPr txBox="1"/>
          <p:nvPr/>
        </p:nvSpPr>
        <p:spPr>
          <a:xfrm>
            <a:off x="997527" y="2478223"/>
            <a:ext cx="36429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cea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importanta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 am </a:t>
            </a:r>
            <a:r>
              <a:rPr lang="en-US" dirty="0" err="1"/>
              <a:t>utilizat</a:t>
            </a:r>
            <a:r>
              <a:rPr lang="en-US" dirty="0"/>
              <a:t> 3 </a:t>
            </a:r>
            <a:r>
              <a:rPr lang="en-US" dirty="0" err="1"/>
              <a:t>tehnologii</a:t>
            </a:r>
            <a:r>
              <a:rPr lang="en-US" dirty="0"/>
              <a:t> care </a:t>
            </a:r>
            <a:r>
              <a:rPr lang="en-US" dirty="0" err="1"/>
              <a:t>impreuna</a:t>
            </a:r>
            <a:r>
              <a:rPr lang="en-US" dirty="0"/>
              <a:t> </a:t>
            </a:r>
            <a:r>
              <a:rPr lang="en-US" dirty="0" err="1"/>
              <a:t>stau</a:t>
            </a:r>
            <a:r>
              <a:rPr lang="en-US" dirty="0"/>
              <a:t> la </a:t>
            </a:r>
            <a:r>
              <a:rPr lang="en-US" dirty="0" err="1"/>
              <a:t>baza</a:t>
            </a:r>
            <a:r>
              <a:rPr lang="en-US" dirty="0"/>
              <a:t> </a:t>
            </a:r>
            <a:r>
              <a:rPr lang="en-US" dirty="0" err="1"/>
              <a:t>proiectului</a:t>
            </a:r>
            <a:r>
              <a:rPr lang="en-US" dirty="0"/>
              <a:t> meu. </a:t>
            </a:r>
            <a:r>
              <a:rPr lang="en-US" dirty="0" err="1"/>
              <a:t>OpenCv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camera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prelucrare</a:t>
            </a:r>
            <a:r>
              <a:rPr lang="en-US" dirty="0"/>
              <a:t> </a:t>
            </a:r>
            <a:r>
              <a:rPr lang="en-US" dirty="0" err="1"/>
              <a:t>imagini</a:t>
            </a:r>
            <a:r>
              <a:rPr lang="en-US" dirty="0"/>
              <a:t>, </a:t>
            </a:r>
            <a:r>
              <a:rPr lang="en-US" dirty="0" err="1"/>
              <a:t>EasyOcr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citirea</a:t>
            </a:r>
            <a:r>
              <a:rPr lang="en-US" dirty="0"/>
              <a:t> </a:t>
            </a:r>
            <a:r>
              <a:rPr lang="en-US" dirty="0" err="1"/>
              <a:t>placutelor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Pillow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manipularea</a:t>
            </a:r>
            <a:r>
              <a:rPr lang="en-US" dirty="0"/>
              <a:t> </a:t>
            </a:r>
            <a:r>
              <a:rPr lang="en-US" dirty="0" err="1"/>
              <a:t>imaginilor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567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53"/>
          <p:cNvSpPr/>
          <p:nvPr/>
        </p:nvSpPr>
        <p:spPr>
          <a:xfrm>
            <a:off x="1532631" y="39098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53"/>
          <p:cNvSpPr/>
          <p:nvPr/>
        </p:nvSpPr>
        <p:spPr>
          <a:xfrm>
            <a:off x="2080775" y="535000"/>
            <a:ext cx="6261600" cy="4597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53"/>
          <p:cNvSpPr/>
          <p:nvPr/>
        </p:nvSpPr>
        <p:spPr>
          <a:xfrm>
            <a:off x="2415175" y="832048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53"/>
          <p:cNvSpPr txBox="1">
            <a:spLocks noGrp="1"/>
          </p:cNvSpPr>
          <p:nvPr>
            <p:ph type="title"/>
          </p:nvPr>
        </p:nvSpPr>
        <p:spPr>
          <a:xfrm>
            <a:off x="2739225" y="2190975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Fluxul de date</a:t>
            </a:r>
            <a:endParaRPr dirty="0"/>
          </a:p>
        </p:txBody>
      </p:sp>
      <p:sp>
        <p:nvSpPr>
          <p:cNvPr id="837" name="Google Shape;837;p53"/>
          <p:cNvSpPr txBox="1">
            <a:spLocks noGrp="1"/>
          </p:cNvSpPr>
          <p:nvPr>
            <p:ph type="title" idx="2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04.</a:t>
            </a:r>
            <a:endParaRPr dirty="0"/>
          </a:p>
        </p:txBody>
      </p:sp>
      <p:sp>
        <p:nvSpPr>
          <p:cNvPr id="838" name="Google Shape;838;p53"/>
          <p:cNvSpPr txBox="1">
            <a:spLocks noGrp="1"/>
          </p:cNvSpPr>
          <p:nvPr>
            <p:ph type="subTitle" idx="1"/>
          </p:nvPr>
        </p:nvSpPr>
        <p:spPr>
          <a:xfrm>
            <a:off x="2531017" y="3685058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Procesul prin care trec datele</a:t>
            </a:r>
            <a:endParaRPr dirty="0"/>
          </a:p>
        </p:txBody>
      </p:sp>
      <p:cxnSp>
        <p:nvCxnSpPr>
          <p:cNvPr id="839" name="Google Shape;839;p53"/>
          <p:cNvCxnSpPr/>
          <p:nvPr/>
        </p:nvCxnSpPr>
        <p:spPr>
          <a:xfrm rot="10800000" flipH="1">
            <a:off x="2828575" y="4400742"/>
            <a:ext cx="5494200" cy="16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0" name="Google Shape;840;p53"/>
          <p:cNvGrpSpPr/>
          <p:nvPr/>
        </p:nvGrpSpPr>
        <p:grpSpPr>
          <a:xfrm rot="-5400000">
            <a:off x="7593664" y="1799657"/>
            <a:ext cx="772605" cy="196301"/>
            <a:chOff x="2641350" y="846250"/>
            <a:chExt cx="413600" cy="105075"/>
          </a:xfrm>
        </p:grpSpPr>
        <p:sp>
          <p:nvSpPr>
            <p:cNvPr id="841" name="Google Shape;841;p53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53"/>
          <p:cNvGrpSpPr/>
          <p:nvPr/>
        </p:nvGrpSpPr>
        <p:grpSpPr>
          <a:xfrm rot="5400000">
            <a:off x="-847462" y="1804154"/>
            <a:ext cx="3397850" cy="187275"/>
            <a:chOff x="-3237675" y="-1132050"/>
            <a:chExt cx="3397850" cy="187275"/>
          </a:xfrm>
        </p:grpSpPr>
        <p:sp>
          <p:nvSpPr>
            <p:cNvPr id="846" name="Google Shape;846;p53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55" name="Google Shape;855;p53"/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54"/>
          <p:cNvSpPr/>
          <p:nvPr/>
        </p:nvSpPr>
        <p:spPr>
          <a:xfrm>
            <a:off x="3308700" y="1088800"/>
            <a:ext cx="2514600" cy="3652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1" name="Google Shape;861;p54"/>
          <p:cNvSpPr/>
          <p:nvPr/>
        </p:nvSpPr>
        <p:spPr>
          <a:xfrm>
            <a:off x="6027801" y="1088800"/>
            <a:ext cx="2514600" cy="3652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2" name="Google Shape;862;p54"/>
          <p:cNvSpPr/>
          <p:nvPr/>
        </p:nvSpPr>
        <p:spPr>
          <a:xfrm>
            <a:off x="609275" y="1088800"/>
            <a:ext cx="2514600" cy="3652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3" name="Google Shape;863;p54"/>
          <p:cNvSpPr txBox="1">
            <a:spLocks noGrp="1"/>
          </p:cNvSpPr>
          <p:nvPr>
            <p:ph type="title" idx="15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Procesul</a:t>
            </a:r>
            <a:endParaRPr dirty="0"/>
          </a:p>
        </p:txBody>
      </p:sp>
      <p:sp>
        <p:nvSpPr>
          <p:cNvPr id="864" name="Google Shape;864;p54"/>
          <p:cNvSpPr txBox="1">
            <a:spLocks noGrp="1"/>
          </p:cNvSpPr>
          <p:nvPr>
            <p:ph type="title" idx="4"/>
          </p:nvPr>
        </p:nvSpPr>
        <p:spPr>
          <a:xfrm>
            <a:off x="720000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Intersectia</a:t>
            </a:r>
            <a:endParaRPr dirty="0"/>
          </a:p>
        </p:txBody>
      </p:sp>
      <p:sp>
        <p:nvSpPr>
          <p:cNvPr id="865" name="Google Shape;865;p54"/>
          <p:cNvSpPr txBox="1">
            <a:spLocks noGrp="1"/>
          </p:cNvSpPr>
          <p:nvPr>
            <p:ph type="subTitle" idx="5"/>
          </p:nvPr>
        </p:nvSpPr>
        <p:spPr>
          <a:xfrm>
            <a:off x="720000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Prezentarea gradului de accident</a:t>
            </a:r>
            <a:endParaRPr dirty="0"/>
          </a:p>
        </p:txBody>
      </p:sp>
      <p:sp>
        <p:nvSpPr>
          <p:cNvPr id="866" name="Google Shape;866;p54"/>
          <p:cNvSpPr txBox="1">
            <a:spLocks noGrp="1"/>
          </p:cNvSpPr>
          <p:nvPr>
            <p:ph type="title"/>
          </p:nvPr>
        </p:nvSpPr>
        <p:spPr>
          <a:xfrm>
            <a:off x="720000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Poza</a:t>
            </a:r>
            <a:endParaRPr dirty="0"/>
          </a:p>
        </p:txBody>
      </p:sp>
      <p:sp>
        <p:nvSpPr>
          <p:cNvPr id="867" name="Google Shape;867;p54"/>
          <p:cNvSpPr txBox="1">
            <a:spLocks noGrp="1"/>
          </p:cNvSpPr>
          <p:nvPr>
            <p:ph type="subTitle" idx="1"/>
          </p:nvPr>
        </p:nvSpPr>
        <p:spPr>
          <a:xfrm>
            <a:off x="720000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Identificarea numarului de inmatriculare</a:t>
            </a:r>
            <a:endParaRPr dirty="0"/>
          </a:p>
        </p:txBody>
      </p:sp>
      <p:sp>
        <p:nvSpPr>
          <p:cNvPr id="868" name="Google Shape;868;p54"/>
          <p:cNvSpPr txBox="1">
            <a:spLocks noGrp="1"/>
          </p:cNvSpPr>
          <p:nvPr>
            <p:ph type="title" idx="2"/>
          </p:nvPr>
        </p:nvSpPr>
        <p:spPr>
          <a:xfrm>
            <a:off x="3419269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Locatie</a:t>
            </a:r>
            <a:endParaRPr dirty="0"/>
          </a:p>
        </p:txBody>
      </p:sp>
      <p:sp>
        <p:nvSpPr>
          <p:cNvPr id="869" name="Google Shape;869;p54"/>
          <p:cNvSpPr txBox="1">
            <a:spLocks noGrp="1"/>
          </p:cNvSpPr>
          <p:nvPr>
            <p:ph type="subTitle" idx="3"/>
          </p:nvPr>
        </p:nvSpPr>
        <p:spPr>
          <a:xfrm>
            <a:off x="3419269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Identificarea locatiei</a:t>
            </a:r>
            <a:endParaRPr dirty="0"/>
          </a:p>
        </p:txBody>
      </p:sp>
      <p:sp>
        <p:nvSpPr>
          <p:cNvPr id="870" name="Google Shape;870;p54"/>
          <p:cNvSpPr txBox="1">
            <a:spLocks noGrp="1"/>
          </p:cNvSpPr>
          <p:nvPr>
            <p:ph type="title" idx="6"/>
          </p:nvPr>
        </p:nvSpPr>
        <p:spPr>
          <a:xfrm>
            <a:off x="3419269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Studiu</a:t>
            </a:r>
            <a:endParaRPr dirty="0"/>
          </a:p>
        </p:txBody>
      </p:sp>
      <p:sp>
        <p:nvSpPr>
          <p:cNvPr id="871" name="Google Shape;871;p54"/>
          <p:cNvSpPr txBox="1">
            <a:spLocks noGrp="1"/>
          </p:cNvSpPr>
          <p:nvPr>
            <p:ph type="subTitle" idx="7"/>
          </p:nvPr>
        </p:nvSpPr>
        <p:spPr>
          <a:xfrm>
            <a:off x="3419269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Prezinta care e predictia unui accident.</a:t>
            </a:r>
            <a:endParaRPr dirty="0"/>
          </a:p>
        </p:txBody>
      </p:sp>
      <p:sp>
        <p:nvSpPr>
          <p:cNvPr id="872" name="Google Shape;872;p54"/>
          <p:cNvSpPr txBox="1">
            <a:spLocks noGrp="1"/>
          </p:cNvSpPr>
          <p:nvPr>
            <p:ph type="title" idx="8"/>
          </p:nvPr>
        </p:nvSpPr>
        <p:spPr>
          <a:xfrm>
            <a:off x="6118545" y="1835250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Istoric</a:t>
            </a:r>
            <a:endParaRPr dirty="0"/>
          </a:p>
        </p:txBody>
      </p:sp>
      <p:sp>
        <p:nvSpPr>
          <p:cNvPr id="873" name="Google Shape;873;p54"/>
          <p:cNvSpPr txBox="1">
            <a:spLocks noGrp="1"/>
          </p:cNvSpPr>
          <p:nvPr>
            <p:ph type="subTitle" idx="9"/>
          </p:nvPr>
        </p:nvSpPr>
        <p:spPr>
          <a:xfrm>
            <a:off x="6118545" y="2345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Istoricul masinii pentru care esti atentionat</a:t>
            </a:r>
            <a:endParaRPr dirty="0"/>
          </a:p>
        </p:txBody>
      </p:sp>
      <p:sp>
        <p:nvSpPr>
          <p:cNvPr id="874" name="Google Shape;874;p54"/>
          <p:cNvSpPr txBox="1">
            <a:spLocks noGrp="1"/>
          </p:cNvSpPr>
          <p:nvPr>
            <p:ph type="title" idx="13"/>
          </p:nvPr>
        </p:nvSpPr>
        <p:spPr>
          <a:xfrm>
            <a:off x="6118545" y="3618817"/>
            <a:ext cx="23055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Preventie</a:t>
            </a:r>
            <a:endParaRPr dirty="0"/>
          </a:p>
        </p:txBody>
      </p:sp>
      <p:sp>
        <p:nvSpPr>
          <p:cNvPr id="875" name="Google Shape;875;p54"/>
          <p:cNvSpPr txBox="1">
            <a:spLocks noGrp="1"/>
          </p:cNvSpPr>
          <p:nvPr>
            <p:ph type="subTitle" idx="14"/>
          </p:nvPr>
        </p:nvSpPr>
        <p:spPr>
          <a:xfrm>
            <a:off x="6118545" y="412914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dirty="0"/>
              <a:t>Prezinta ce nivel de atentie trebuie sa aloci</a:t>
            </a:r>
            <a:endParaRPr dirty="0"/>
          </a:p>
        </p:txBody>
      </p:sp>
      <p:grpSp>
        <p:nvGrpSpPr>
          <p:cNvPr id="876" name="Google Shape;876;p54"/>
          <p:cNvGrpSpPr/>
          <p:nvPr/>
        </p:nvGrpSpPr>
        <p:grpSpPr>
          <a:xfrm>
            <a:off x="1565169" y="1234995"/>
            <a:ext cx="615163" cy="548658"/>
            <a:chOff x="892750" y="267400"/>
            <a:chExt cx="483125" cy="424625"/>
          </a:xfrm>
        </p:grpSpPr>
        <p:sp>
          <p:nvSpPr>
            <p:cNvPr id="877" name="Google Shape;877;p54"/>
            <p:cNvSpPr/>
            <p:nvPr/>
          </p:nvSpPr>
          <p:spPr>
            <a:xfrm>
              <a:off x="892750" y="267400"/>
              <a:ext cx="483125" cy="424625"/>
            </a:xfrm>
            <a:custGeom>
              <a:avLst/>
              <a:gdLst/>
              <a:ahLst/>
              <a:cxnLst/>
              <a:rect l="l" t="t" r="r" b="b"/>
              <a:pathLst>
                <a:path w="19325" h="16985" extrusionOk="0">
                  <a:moveTo>
                    <a:pt x="2832" y="1133"/>
                  </a:moveTo>
                  <a:cubicBezTo>
                    <a:pt x="3143" y="1133"/>
                    <a:pt x="3397" y="1383"/>
                    <a:pt x="3397" y="1697"/>
                  </a:cubicBezTo>
                  <a:lnTo>
                    <a:pt x="3397" y="2265"/>
                  </a:lnTo>
                  <a:lnTo>
                    <a:pt x="2265" y="2265"/>
                  </a:lnTo>
                  <a:lnTo>
                    <a:pt x="2265" y="1697"/>
                  </a:lnTo>
                  <a:cubicBezTo>
                    <a:pt x="2265" y="1383"/>
                    <a:pt x="2518" y="1133"/>
                    <a:pt x="2832" y="1133"/>
                  </a:cubicBezTo>
                  <a:close/>
                  <a:moveTo>
                    <a:pt x="11927" y="1133"/>
                  </a:moveTo>
                  <a:cubicBezTo>
                    <a:pt x="12241" y="1133"/>
                    <a:pt x="12494" y="1383"/>
                    <a:pt x="12494" y="1697"/>
                  </a:cubicBezTo>
                  <a:lnTo>
                    <a:pt x="12494" y="2265"/>
                  </a:lnTo>
                  <a:lnTo>
                    <a:pt x="6833" y="2265"/>
                  </a:lnTo>
                  <a:lnTo>
                    <a:pt x="6833" y="1697"/>
                  </a:lnTo>
                  <a:cubicBezTo>
                    <a:pt x="6833" y="1383"/>
                    <a:pt x="7084" y="1133"/>
                    <a:pt x="7398" y="1133"/>
                  </a:cubicBezTo>
                  <a:close/>
                  <a:moveTo>
                    <a:pt x="17628" y="3397"/>
                  </a:moveTo>
                  <a:cubicBezTo>
                    <a:pt x="17939" y="3397"/>
                    <a:pt x="18192" y="3648"/>
                    <a:pt x="18192" y="3962"/>
                  </a:cubicBezTo>
                  <a:lnTo>
                    <a:pt x="18192" y="4530"/>
                  </a:lnTo>
                  <a:lnTo>
                    <a:pt x="17628" y="4530"/>
                  </a:lnTo>
                  <a:cubicBezTo>
                    <a:pt x="16688" y="4530"/>
                    <a:pt x="15928" y="5288"/>
                    <a:pt x="15928" y="6227"/>
                  </a:cubicBezTo>
                  <a:lnTo>
                    <a:pt x="15928" y="9059"/>
                  </a:lnTo>
                  <a:lnTo>
                    <a:pt x="13584" y="9059"/>
                  </a:lnTo>
                  <a:cubicBezTo>
                    <a:pt x="13304" y="7108"/>
                    <a:pt x="11631" y="5662"/>
                    <a:pt x="9662" y="5662"/>
                  </a:cubicBezTo>
                  <a:cubicBezTo>
                    <a:pt x="7694" y="5662"/>
                    <a:pt x="6021" y="7108"/>
                    <a:pt x="5740" y="9059"/>
                  </a:cubicBezTo>
                  <a:lnTo>
                    <a:pt x="3397" y="9059"/>
                  </a:lnTo>
                  <a:lnTo>
                    <a:pt x="3397" y="6227"/>
                  </a:lnTo>
                  <a:cubicBezTo>
                    <a:pt x="3397" y="5288"/>
                    <a:pt x="2636" y="4530"/>
                    <a:pt x="1700" y="4530"/>
                  </a:cubicBezTo>
                  <a:lnTo>
                    <a:pt x="1132" y="4530"/>
                  </a:lnTo>
                  <a:lnTo>
                    <a:pt x="1132" y="3962"/>
                  </a:lnTo>
                  <a:cubicBezTo>
                    <a:pt x="1132" y="3648"/>
                    <a:pt x="1386" y="3397"/>
                    <a:pt x="1700" y="3397"/>
                  </a:cubicBezTo>
                  <a:close/>
                  <a:moveTo>
                    <a:pt x="9663" y="6793"/>
                  </a:moveTo>
                  <a:cubicBezTo>
                    <a:pt x="10399" y="6793"/>
                    <a:pt x="11123" y="7080"/>
                    <a:pt x="11664" y="7622"/>
                  </a:cubicBezTo>
                  <a:cubicBezTo>
                    <a:pt x="12473" y="8431"/>
                    <a:pt x="12715" y="9648"/>
                    <a:pt x="12277" y="10708"/>
                  </a:cubicBezTo>
                  <a:cubicBezTo>
                    <a:pt x="11839" y="11764"/>
                    <a:pt x="10807" y="12456"/>
                    <a:pt x="9662" y="12456"/>
                  </a:cubicBezTo>
                  <a:cubicBezTo>
                    <a:pt x="8098" y="12453"/>
                    <a:pt x="6833" y="11188"/>
                    <a:pt x="6833" y="9624"/>
                  </a:cubicBezTo>
                  <a:cubicBezTo>
                    <a:pt x="6833" y="8479"/>
                    <a:pt x="7521" y="7447"/>
                    <a:pt x="8578" y="7009"/>
                  </a:cubicBezTo>
                  <a:cubicBezTo>
                    <a:pt x="8929" y="6864"/>
                    <a:pt x="9298" y="6793"/>
                    <a:pt x="9663" y="6793"/>
                  </a:cubicBezTo>
                  <a:close/>
                  <a:moveTo>
                    <a:pt x="1700" y="5662"/>
                  </a:moveTo>
                  <a:cubicBezTo>
                    <a:pt x="2011" y="5662"/>
                    <a:pt x="2265" y="5913"/>
                    <a:pt x="2265" y="6227"/>
                  </a:cubicBezTo>
                  <a:lnTo>
                    <a:pt x="2265" y="13020"/>
                  </a:lnTo>
                  <a:cubicBezTo>
                    <a:pt x="2265" y="13334"/>
                    <a:pt x="2011" y="13588"/>
                    <a:pt x="1700" y="13588"/>
                  </a:cubicBezTo>
                  <a:lnTo>
                    <a:pt x="1132" y="13588"/>
                  </a:lnTo>
                  <a:lnTo>
                    <a:pt x="1132" y="5662"/>
                  </a:lnTo>
                  <a:close/>
                  <a:moveTo>
                    <a:pt x="18192" y="5662"/>
                  </a:moveTo>
                  <a:lnTo>
                    <a:pt x="18192" y="13588"/>
                  </a:lnTo>
                  <a:lnTo>
                    <a:pt x="17628" y="13588"/>
                  </a:lnTo>
                  <a:cubicBezTo>
                    <a:pt x="17314" y="13588"/>
                    <a:pt x="17060" y="13334"/>
                    <a:pt x="17060" y="13020"/>
                  </a:cubicBezTo>
                  <a:lnTo>
                    <a:pt x="17060" y="6227"/>
                  </a:lnTo>
                  <a:cubicBezTo>
                    <a:pt x="17060" y="5913"/>
                    <a:pt x="17314" y="5662"/>
                    <a:pt x="17628" y="5662"/>
                  </a:cubicBezTo>
                  <a:close/>
                  <a:moveTo>
                    <a:pt x="15928" y="10191"/>
                  </a:moveTo>
                  <a:lnTo>
                    <a:pt x="15928" y="13020"/>
                  </a:lnTo>
                  <a:cubicBezTo>
                    <a:pt x="15928" y="13959"/>
                    <a:pt x="16688" y="14717"/>
                    <a:pt x="17628" y="14720"/>
                  </a:cubicBezTo>
                  <a:lnTo>
                    <a:pt x="18192" y="14720"/>
                  </a:lnTo>
                  <a:lnTo>
                    <a:pt x="18192" y="15285"/>
                  </a:lnTo>
                  <a:cubicBezTo>
                    <a:pt x="18192" y="15599"/>
                    <a:pt x="17939" y="15853"/>
                    <a:pt x="17628" y="15853"/>
                  </a:cubicBezTo>
                  <a:lnTo>
                    <a:pt x="1700" y="15853"/>
                  </a:lnTo>
                  <a:cubicBezTo>
                    <a:pt x="1386" y="15853"/>
                    <a:pt x="1132" y="15599"/>
                    <a:pt x="1132" y="15285"/>
                  </a:cubicBezTo>
                  <a:lnTo>
                    <a:pt x="1132" y="14720"/>
                  </a:lnTo>
                  <a:lnTo>
                    <a:pt x="1700" y="14720"/>
                  </a:lnTo>
                  <a:cubicBezTo>
                    <a:pt x="2636" y="14717"/>
                    <a:pt x="3397" y="13959"/>
                    <a:pt x="3397" y="13020"/>
                  </a:cubicBezTo>
                  <a:lnTo>
                    <a:pt x="3397" y="10191"/>
                  </a:lnTo>
                  <a:lnTo>
                    <a:pt x="5740" y="10191"/>
                  </a:lnTo>
                  <a:cubicBezTo>
                    <a:pt x="6021" y="12139"/>
                    <a:pt x="7694" y="13585"/>
                    <a:pt x="9662" y="13585"/>
                  </a:cubicBezTo>
                  <a:cubicBezTo>
                    <a:pt x="11631" y="13585"/>
                    <a:pt x="13304" y="12139"/>
                    <a:pt x="13584" y="10191"/>
                  </a:cubicBezTo>
                  <a:close/>
                  <a:moveTo>
                    <a:pt x="2832" y="1"/>
                  </a:moveTo>
                  <a:cubicBezTo>
                    <a:pt x="1893" y="1"/>
                    <a:pt x="1132" y="758"/>
                    <a:pt x="1132" y="1697"/>
                  </a:cubicBezTo>
                  <a:lnTo>
                    <a:pt x="1132" y="2362"/>
                  </a:lnTo>
                  <a:cubicBezTo>
                    <a:pt x="453" y="2600"/>
                    <a:pt x="0" y="3243"/>
                    <a:pt x="0" y="3962"/>
                  </a:cubicBezTo>
                  <a:lnTo>
                    <a:pt x="0" y="15285"/>
                  </a:lnTo>
                  <a:cubicBezTo>
                    <a:pt x="0" y="16224"/>
                    <a:pt x="761" y="16982"/>
                    <a:pt x="1700" y="16985"/>
                  </a:cubicBezTo>
                  <a:lnTo>
                    <a:pt x="17628" y="16985"/>
                  </a:lnTo>
                  <a:cubicBezTo>
                    <a:pt x="18564" y="16982"/>
                    <a:pt x="19324" y="16224"/>
                    <a:pt x="19324" y="15285"/>
                  </a:cubicBezTo>
                  <a:lnTo>
                    <a:pt x="19324" y="3962"/>
                  </a:lnTo>
                  <a:cubicBezTo>
                    <a:pt x="19324" y="3023"/>
                    <a:pt x="18564" y="2265"/>
                    <a:pt x="17628" y="2265"/>
                  </a:cubicBezTo>
                  <a:lnTo>
                    <a:pt x="13627" y="2265"/>
                  </a:lnTo>
                  <a:lnTo>
                    <a:pt x="13627" y="1697"/>
                  </a:lnTo>
                  <a:cubicBezTo>
                    <a:pt x="13624" y="758"/>
                    <a:pt x="12866" y="1"/>
                    <a:pt x="11927" y="1"/>
                  </a:cubicBezTo>
                  <a:lnTo>
                    <a:pt x="7398" y="1"/>
                  </a:lnTo>
                  <a:cubicBezTo>
                    <a:pt x="6459" y="1"/>
                    <a:pt x="5701" y="758"/>
                    <a:pt x="5701" y="1697"/>
                  </a:cubicBezTo>
                  <a:lnTo>
                    <a:pt x="5701" y="2265"/>
                  </a:lnTo>
                  <a:lnTo>
                    <a:pt x="4529" y="2265"/>
                  </a:lnTo>
                  <a:lnTo>
                    <a:pt x="4529" y="1697"/>
                  </a:lnTo>
                  <a:cubicBezTo>
                    <a:pt x="4529" y="758"/>
                    <a:pt x="3768" y="1"/>
                    <a:pt x="2832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78" name="Google Shape;878;p54"/>
            <p:cNvSpPr/>
            <p:nvPr/>
          </p:nvSpPr>
          <p:spPr>
            <a:xfrm>
              <a:off x="1091875" y="465500"/>
              <a:ext cx="88275" cy="85000"/>
            </a:xfrm>
            <a:custGeom>
              <a:avLst/>
              <a:gdLst/>
              <a:ahLst/>
              <a:cxnLst/>
              <a:rect l="l" t="t" r="r" b="b"/>
              <a:pathLst>
                <a:path w="3531" h="3400" extrusionOk="0">
                  <a:moveTo>
                    <a:pt x="1697" y="1135"/>
                  </a:moveTo>
                  <a:cubicBezTo>
                    <a:pt x="2201" y="1135"/>
                    <a:pt x="2455" y="1742"/>
                    <a:pt x="2099" y="2101"/>
                  </a:cubicBezTo>
                  <a:cubicBezTo>
                    <a:pt x="1983" y="2216"/>
                    <a:pt x="1841" y="2268"/>
                    <a:pt x="1702" y="2268"/>
                  </a:cubicBezTo>
                  <a:cubicBezTo>
                    <a:pt x="1411" y="2268"/>
                    <a:pt x="1133" y="2041"/>
                    <a:pt x="1133" y="1700"/>
                  </a:cubicBezTo>
                  <a:cubicBezTo>
                    <a:pt x="1133" y="1386"/>
                    <a:pt x="1383" y="1135"/>
                    <a:pt x="1697" y="1135"/>
                  </a:cubicBezTo>
                  <a:close/>
                  <a:moveTo>
                    <a:pt x="1697" y="0"/>
                  </a:moveTo>
                  <a:cubicBezTo>
                    <a:pt x="1479" y="0"/>
                    <a:pt x="1258" y="42"/>
                    <a:pt x="1048" y="129"/>
                  </a:cubicBezTo>
                  <a:cubicBezTo>
                    <a:pt x="414" y="392"/>
                    <a:pt x="0" y="1011"/>
                    <a:pt x="0" y="1700"/>
                  </a:cubicBezTo>
                  <a:cubicBezTo>
                    <a:pt x="0" y="2639"/>
                    <a:pt x="758" y="3396"/>
                    <a:pt x="1697" y="3399"/>
                  </a:cubicBezTo>
                  <a:cubicBezTo>
                    <a:pt x="2386" y="3399"/>
                    <a:pt x="3005" y="2983"/>
                    <a:pt x="3267" y="2349"/>
                  </a:cubicBezTo>
                  <a:cubicBezTo>
                    <a:pt x="3530" y="1715"/>
                    <a:pt x="3385" y="984"/>
                    <a:pt x="2899" y="498"/>
                  </a:cubicBezTo>
                  <a:cubicBezTo>
                    <a:pt x="2574" y="173"/>
                    <a:pt x="2139" y="0"/>
                    <a:pt x="1697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79" name="Google Shape;879;p54"/>
            <p:cNvSpPr/>
            <p:nvPr/>
          </p:nvSpPr>
          <p:spPr>
            <a:xfrm>
              <a:off x="1005975" y="380625"/>
              <a:ext cx="28325" cy="28350"/>
            </a:xfrm>
            <a:custGeom>
              <a:avLst/>
              <a:gdLst/>
              <a:ahLst/>
              <a:cxnLst/>
              <a:rect l="l" t="t" r="r" b="b"/>
              <a:pathLst>
                <a:path w="1133" h="1134" extrusionOk="0">
                  <a:moveTo>
                    <a:pt x="568" y="1"/>
                  </a:moveTo>
                  <a:cubicBezTo>
                    <a:pt x="254" y="1"/>
                    <a:pt x="0" y="251"/>
                    <a:pt x="0" y="565"/>
                  </a:cubicBezTo>
                  <a:cubicBezTo>
                    <a:pt x="0" y="879"/>
                    <a:pt x="254" y="1133"/>
                    <a:pt x="568" y="1133"/>
                  </a:cubicBezTo>
                  <a:cubicBezTo>
                    <a:pt x="879" y="1133"/>
                    <a:pt x="1132" y="879"/>
                    <a:pt x="1132" y="565"/>
                  </a:cubicBezTo>
                  <a:cubicBezTo>
                    <a:pt x="1132" y="251"/>
                    <a:pt x="879" y="1"/>
                    <a:pt x="56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880" name="Google Shape;880;p54"/>
          <p:cNvGrpSpPr/>
          <p:nvPr/>
        </p:nvGrpSpPr>
        <p:grpSpPr>
          <a:xfrm>
            <a:off x="4325139" y="1235002"/>
            <a:ext cx="493783" cy="548645"/>
            <a:chOff x="1516475" y="238075"/>
            <a:chExt cx="424650" cy="483175"/>
          </a:xfrm>
        </p:grpSpPr>
        <p:sp>
          <p:nvSpPr>
            <p:cNvPr id="881" name="Google Shape;881;p54"/>
            <p:cNvSpPr/>
            <p:nvPr/>
          </p:nvSpPr>
          <p:spPr>
            <a:xfrm>
              <a:off x="1516475" y="238075"/>
              <a:ext cx="424650" cy="483175"/>
            </a:xfrm>
            <a:custGeom>
              <a:avLst/>
              <a:gdLst/>
              <a:ahLst/>
              <a:cxnLst/>
              <a:rect l="l" t="t" r="r" b="b"/>
              <a:pathLst>
                <a:path w="16986" h="19327" extrusionOk="0">
                  <a:moveTo>
                    <a:pt x="8491" y="1134"/>
                  </a:moveTo>
                  <a:cubicBezTo>
                    <a:pt x="11302" y="1134"/>
                    <a:pt x="13588" y="3438"/>
                    <a:pt x="13588" y="6267"/>
                  </a:cubicBezTo>
                  <a:cubicBezTo>
                    <a:pt x="13588" y="7318"/>
                    <a:pt x="13262" y="8342"/>
                    <a:pt x="12655" y="9199"/>
                  </a:cubicBezTo>
                  <a:cubicBezTo>
                    <a:pt x="12625" y="9242"/>
                    <a:pt x="12604" y="9272"/>
                    <a:pt x="12595" y="9284"/>
                  </a:cubicBezTo>
                  <a:lnTo>
                    <a:pt x="8491" y="15724"/>
                  </a:lnTo>
                  <a:lnTo>
                    <a:pt x="4388" y="9287"/>
                  </a:lnTo>
                  <a:cubicBezTo>
                    <a:pt x="4382" y="9275"/>
                    <a:pt x="4373" y="9266"/>
                    <a:pt x="4367" y="9257"/>
                  </a:cubicBezTo>
                  <a:cubicBezTo>
                    <a:pt x="4249" y="9091"/>
                    <a:pt x="4140" y="8921"/>
                    <a:pt x="4041" y="8743"/>
                  </a:cubicBezTo>
                  <a:cubicBezTo>
                    <a:pt x="3618" y="7985"/>
                    <a:pt x="3398" y="7134"/>
                    <a:pt x="3398" y="6267"/>
                  </a:cubicBezTo>
                  <a:cubicBezTo>
                    <a:pt x="3398" y="6174"/>
                    <a:pt x="3398" y="6080"/>
                    <a:pt x="3404" y="5990"/>
                  </a:cubicBezTo>
                  <a:cubicBezTo>
                    <a:pt x="3552" y="3266"/>
                    <a:pt x="5786" y="1134"/>
                    <a:pt x="8491" y="1134"/>
                  </a:cubicBezTo>
                  <a:close/>
                  <a:moveTo>
                    <a:pt x="11049" y="13819"/>
                  </a:moveTo>
                  <a:cubicBezTo>
                    <a:pt x="14358" y="14233"/>
                    <a:pt x="15853" y="15289"/>
                    <a:pt x="15853" y="15930"/>
                  </a:cubicBezTo>
                  <a:cubicBezTo>
                    <a:pt x="15853" y="16304"/>
                    <a:pt x="15339" y="16887"/>
                    <a:pt x="13905" y="17397"/>
                  </a:cubicBezTo>
                  <a:cubicBezTo>
                    <a:pt x="12471" y="17910"/>
                    <a:pt x="10545" y="18194"/>
                    <a:pt x="8491" y="18194"/>
                  </a:cubicBezTo>
                  <a:cubicBezTo>
                    <a:pt x="6438" y="18194"/>
                    <a:pt x="4515" y="17910"/>
                    <a:pt x="3077" y="17397"/>
                  </a:cubicBezTo>
                  <a:cubicBezTo>
                    <a:pt x="1640" y="16884"/>
                    <a:pt x="1133" y="16304"/>
                    <a:pt x="1133" y="15930"/>
                  </a:cubicBezTo>
                  <a:cubicBezTo>
                    <a:pt x="1133" y="15289"/>
                    <a:pt x="2625" y="14233"/>
                    <a:pt x="5934" y="13819"/>
                  </a:cubicBezTo>
                  <a:lnTo>
                    <a:pt x="8014" y="17083"/>
                  </a:lnTo>
                  <a:cubicBezTo>
                    <a:pt x="8126" y="17258"/>
                    <a:pt x="8309" y="17346"/>
                    <a:pt x="8491" y="17346"/>
                  </a:cubicBezTo>
                  <a:cubicBezTo>
                    <a:pt x="8674" y="17346"/>
                    <a:pt x="8857" y="17258"/>
                    <a:pt x="8968" y="17083"/>
                  </a:cubicBezTo>
                  <a:lnTo>
                    <a:pt x="11049" y="13819"/>
                  </a:lnTo>
                  <a:close/>
                  <a:moveTo>
                    <a:pt x="8494" y="1"/>
                  </a:moveTo>
                  <a:cubicBezTo>
                    <a:pt x="6947" y="1"/>
                    <a:pt x="5399" y="578"/>
                    <a:pt x="4201" y="1738"/>
                  </a:cubicBezTo>
                  <a:cubicBezTo>
                    <a:pt x="3050" y="2837"/>
                    <a:pt x="2359" y="4338"/>
                    <a:pt x="2274" y="5929"/>
                  </a:cubicBezTo>
                  <a:cubicBezTo>
                    <a:pt x="2268" y="6041"/>
                    <a:pt x="2265" y="6156"/>
                    <a:pt x="2265" y="6267"/>
                  </a:cubicBezTo>
                  <a:cubicBezTo>
                    <a:pt x="2265" y="7327"/>
                    <a:pt x="2534" y="8372"/>
                    <a:pt x="3050" y="9296"/>
                  </a:cubicBezTo>
                  <a:cubicBezTo>
                    <a:pt x="3168" y="9507"/>
                    <a:pt x="3301" y="9713"/>
                    <a:pt x="3440" y="9909"/>
                  </a:cubicBezTo>
                  <a:lnTo>
                    <a:pt x="5267" y="12771"/>
                  </a:lnTo>
                  <a:cubicBezTo>
                    <a:pt x="3953" y="12971"/>
                    <a:pt x="2809" y="13294"/>
                    <a:pt x="1921" y="13713"/>
                  </a:cubicBezTo>
                  <a:cubicBezTo>
                    <a:pt x="333" y="14465"/>
                    <a:pt x="1" y="15332"/>
                    <a:pt x="1" y="15930"/>
                  </a:cubicBezTo>
                  <a:cubicBezTo>
                    <a:pt x="1" y="16648"/>
                    <a:pt x="469" y="17669"/>
                    <a:pt x="2697" y="18466"/>
                  </a:cubicBezTo>
                  <a:cubicBezTo>
                    <a:pt x="4252" y="19022"/>
                    <a:pt x="6311" y="19326"/>
                    <a:pt x="8491" y="19326"/>
                  </a:cubicBezTo>
                  <a:cubicBezTo>
                    <a:pt x="10671" y="19326"/>
                    <a:pt x="12731" y="19022"/>
                    <a:pt x="14286" y="18466"/>
                  </a:cubicBezTo>
                  <a:cubicBezTo>
                    <a:pt x="16514" y="17669"/>
                    <a:pt x="16985" y="16648"/>
                    <a:pt x="16985" y="15930"/>
                  </a:cubicBezTo>
                  <a:cubicBezTo>
                    <a:pt x="16985" y="15332"/>
                    <a:pt x="16650" y="14465"/>
                    <a:pt x="15062" y="13713"/>
                  </a:cubicBezTo>
                  <a:cubicBezTo>
                    <a:pt x="14174" y="13294"/>
                    <a:pt x="13030" y="12971"/>
                    <a:pt x="11716" y="12768"/>
                  </a:cubicBezTo>
                  <a:lnTo>
                    <a:pt x="13549" y="9897"/>
                  </a:lnTo>
                  <a:lnTo>
                    <a:pt x="13561" y="9879"/>
                  </a:lnTo>
                  <a:cubicBezTo>
                    <a:pt x="13567" y="9873"/>
                    <a:pt x="13570" y="9867"/>
                    <a:pt x="13576" y="9861"/>
                  </a:cubicBezTo>
                  <a:cubicBezTo>
                    <a:pt x="15327" y="7382"/>
                    <a:pt x="15041" y="3997"/>
                    <a:pt x="12897" y="1847"/>
                  </a:cubicBezTo>
                  <a:cubicBezTo>
                    <a:pt x="11689" y="618"/>
                    <a:pt x="10092" y="1"/>
                    <a:pt x="849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82" name="Google Shape;882;p54"/>
            <p:cNvSpPr/>
            <p:nvPr/>
          </p:nvSpPr>
          <p:spPr>
            <a:xfrm>
              <a:off x="1652425" y="324000"/>
              <a:ext cx="147150" cy="141575"/>
            </a:xfrm>
            <a:custGeom>
              <a:avLst/>
              <a:gdLst/>
              <a:ahLst/>
              <a:cxnLst/>
              <a:rect l="l" t="t" r="r" b="b"/>
              <a:pathLst>
                <a:path w="5886" h="5663" extrusionOk="0">
                  <a:moveTo>
                    <a:pt x="3054" y="1131"/>
                  </a:moveTo>
                  <a:cubicBezTo>
                    <a:pt x="3495" y="1131"/>
                    <a:pt x="3930" y="1303"/>
                    <a:pt x="4255" y="1629"/>
                  </a:cubicBezTo>
                  <a:cubicBezTo>
                    <a:pt x="4741" y="2115"/>
                    <a:pt x="4886" y="2845"/>
                    <a:pt x="4623" y="3480"/>
                  </a:cubicBezTo>
                  <a:cubicBezTo>
                    <a:pt x="4361" y="4114"/>
                    <a:pt x="3742" y="4530"/>
                    <a:pt x="3053" y="4530"/>
                  </a:cubicBezTo>
                  <a:cubicBezTo>
                    <a:pt x="2114" y="4527"/>
                    <a:pt x="1356" y="3769"/>
                    <a:pt x="1356" y="2830"/>
                  </a:cubicBezTo>
                  <a:cubicBezTo>
                    <a:pt x="1356" y="2142"/>
                    <a:pt x="1770" y="1523"/>
                    <a:pt x="2404" y="1260"/>
                  </a:cubicBezTo>
                  <a:cubicBezTo>
                    <a:pt x="2614" y="1173"/>
                    <a:pt x="2835" y="1131"/>
                    <a:pt x="3054" y="1131"/>
                  </a:cubicBezTo>
                  <a:close/>
                  <a:moveTo>
                    <a:pt x="3053" y="0"/>
                  </a:moveTo>
                  <a:cubicBezTo>
                    <a:pt x="2316" y="0"/>
                    <a:pt x="1593" y="287"/>
                    <a:pt x="1051" y="828"/>
                  </a:cubicBezTo>
                  <a:cubicBezTo>
                    <a:pt x="242" y="1638"/>
                    <a:pt x="1" y="2855"/>
                    <a:pt x="439" y="3914"/>
                  </a:cubicBezTo>
                  <a:cubicBezTo>
                    <a:pt x="876" y="4971"/>
                    <a:pt x="1909" y="5663"/>
                    <a:pt x="3053" y="5663"/>
                  </a:cubicBezTo>
                  <a:cubicBezTo>
                    <a:pt x="4617" y="5660"/>
                    <a:pt x="5883" y="4394"/>
                    <a:pt x="5886" y="2830"/>
                  </a:cubicBezTo>
                  <a:cubicBezTo>
                    <a:pt x="5886" y="1686"/>
                    <a:pt x="5194" y="653"/>
                    <a:pt x="4137" y="216"/>
                  </a:cubicBezTo>
                  <a:cubicBezTo>
                    <a:pt x="3786" y="70"/>
                    <a:pt x="3418" y="0"/>
                    <a:pt x="305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888" name="Google Shape;888;p54"/>
          <p:cNvSpPr/>
          <p:nvPr/>
        </p:nvSpPr>
        <p:spPr>
          <a:xfrm>
            <a:off x="7024407" y="3038684"/>
            <a:ext cx="493785" cy="548628"/>
          </a:xfrm>
          <a:custGeom>
            <a:avLst/>
            <a:gdLst/>
            <a:ahLst/>
            <a:cxnLst/>
            <a:rect l="l" t="t" r="r" b="b"/>
            <a:pathLst>
              <a:path w="16989" h="19323" extrusionOk="0">
                <a:moveTo>
                  <a:pt x="8495" y="2378"/>
                </a:moveTo>
                <a:cubicBezTo>
                  <a:pt x="9434" y="2378"/>
                  <a:pt x="10195" y="3136"/>
                  <a:pt x="10195" y="4075"/>
                </a:cubicBezTo>
                <a:lnTo>
                  <a:pt x="10195" y="4642"/>
                </a:lnTo>
                <a:lnTo>
                  <a:pt x="6798" y="4642"/>
                </a:lnTo>
                <a:lnTo>
                  <a:pt x="6798" y="4075"/>
                </a:lnTo>
                <a:cubicBezTo>
                  <a:pt x="6798" y="3136"/>
                  <a:pt x="7556" y="2378"/>
                  <a:pt x="8495" y="2378"/>
                </a:cubicBezTo>
                <a:close/>
                <a:moveTo>
                  <a:pt x="4242" y="1130"/>
                </a:moveTo>
                <a:cubicBezTo>
                  <a:pt x="4665" y="1130"/>
                  <a:pt x="5096" y="1267"/>
                  <a:pt x="5469" y="1565"/>
                </a:cubicBezTo>
                <a:lnTo>
                  <a:pt x="6330" y="2251"/>
                </a:lnTo>
                <a:cubicBezTo>
                  <a:pt x="5901" y="2761"/>
                  <a:pt x="5662" y="3407"/>
                  <a:pt x="5665" y="4075"/>
                </a:cubicBezTo>
                <a:lnTo>
                  <a:pt x="5665" y="4642"/>
                </a:lnTo>
                <a:lnTo>
                  <a:pt x="3872" y="4642"/>
                </a:lnTo>
                <a:cubicBezTo>
                  <a:pt x="3870" y="4642"/>
                  <a:pt x="3869" y="4642"/>
                  <a:pt x="3867" y="4642"/>
                </a:cubicBezTo>
                <a:cubicBezTo>
                  <a:pt x="2879" y="4642"/>
                  <a:pt x="2127" y="3756"/>
                  <a:pt x="2290" y="2782"/>
                </a:cubicBezTo>
                <a:cubicBezTo>
                  <a:pt x="2459" y="1765"/>
                  <a:pt x="3331" y="1130"/>
                  <a:pt x="4242" y="1130"/>
                </a:cubicBezTo>
                <a:close/>
                <a:moveTo>
                  <a:pt x="12746" y="1131"/>
                </a:moveTo>
                <a:cubicBezTo>
                  <a:pt x="13657" y="1131"/>
                  <a:pt x="14530" y="1767"/>
                  <a:pt x="14700" y="2782"/>
                </a:cubicBezTo>
                <a:cubicBezTo>
                  <a:pt x="14862" y="3756"/>
                  <a:pt x="14110" y="4642"/>
                  <a:pt x="13122" y="4642"/>
                </a:cubicBezTo>
                <a:cubicBezTo>
                  <a:pt x="13121" y="4642"/>
                  <a:pt x="13119" y="4642"/>
                  <a:pt x="13117" y="4642"/>
                </a:cubicBezTo>
                <a:lnTo>
                  <a:pt x="11327" y="4642"/>
                </a:lnTo>
                <a:lnTo>
                  <a:pt x="11327" y="4075"/>
                </a:lnTo>
                <a:cubicBezTo>
                  <a:pt x="11327" y="3407"/>
                  <a:pt x="11088" y="2761"/>
                  <a:pt x="10660" y="2251"/>
                </a:cubicBezTo>
                <a:lnTo>
                  <a:pt x="11523" y="1565"/>
                </a:lnTo>
                <a:cubicBezTo>
                  <a:pt x="11895" y="1267"/>
                  <a:pt x="12325" y="1131"/>
                  <a:pt x="12746" y="1131"/>
                </a:cubicBezTo>
                <a:close/>
                <a:moveTo>
                  <a:pt x="6798" y="5775"/>
                </a:moveTo>
                <a:lnTo>
                  <a:pt x="6798" y="8039"/>
                </a:lnTo>
                <a:lnTo>
                  <a:pt x="1136" y="8039"/>
                </a:lnTo>
                <a:lnTo>
                  <a:pt x="1136" y="6339"/>
                </a:lnTo>
                <a:cubicBezTo>
                  <a:pt x="1136" y="6025"/>
                  <a:pt x="1387" y="5775"/>
                  <a:pt x="1701" y="5775"/>
                </a:cubicBezTo>
                <a:close/>
                <a:moveTo>
                  <a:pt x="15288" y="5775"/>
                </a:moveTo>
                <a:cubicBezTo>
                  <a:pt x="15602" y="5775"/>
                  <a:pt x="15856" y="6025"/>
                  <a:pt x="15856" y="6339"/>
                </a:cubicBezTo>
                <a:lnTo>
                  <a:pt x="15856" y="8039"/>
                </a:lnTo>
                <a:lnTo>
                  <a:pt x="10195" y="8039"/>
                </a:lnTo>
                <a:lnTo>
                  <a:pt x="10195" y="5775"/>
                </a:lnTo>
                <a:close/>
                <a:moveTo>
                  <a:pt x="6798" y="9171"/>
                </a:moveTo>
                <a:lnTo>
                  <a:pt x="6798" y="11361"/>
                </a:lnTo>
                <a:lnTo>
                  <a:pt x="2269" y="11361"/>
                </a:lnTo>
                <a:lnTo>
                  <a:pt x="2269" y="9171"/>
                </a:lnTo>
                <a:close/>
                <a:moveTo>
                  <a:pt x="14724" y="9171"/>
                </a:moveTo>
                <a:lnTo>
                  <a:pt x="14724" y="11361"/>
                </a:lnTo>
                <a:lnTo>
                  <a:pt x="10195" y="11361"/>
                </a:lnTo>
                <a:lnTo>
                  <a:pt x="10195" y="9171"/>
                </a:lnTo>
                <a:close/>
                <a:moveTo>
                  <a:pt x="6798" y="12493"/>
                </a:moveTo>
                <a:lnTo>
                  <a:pt x="6798" y="13625"/>
                </a:lnTo>
                <a:lnTo>
                  <a:pt x="2269" y="13625"/>
                </a:lnTo>
                <a:lnTo>
                  <a:pt x="2269" y="12493"/>
                </a:lnTo>
                <a:close/>
                <a:moveTo>
                  <a:pt x="14724" y="12493"/>
                </a:moveTo>
                <a:lnTo>
                  <a:pt x="14724" y="13625"/>
                </a:lnTo>
                <a:lnTo>
                  <a:pt x="10195" y="13625"/>
                </a:lnTo>
                <a:lnTo>
                  <a:pt x="10195" y="12493"/>
                </a:lnTo>
                <a:close/>
                <a:moveTo>
                  <a:pt x="6798" y="14757"/>
                </a:moveTo>
                <a:lnTo>
                  <a:pt x="6798" y="18191"/>
                </a:lnTo>
                <a:lnTo>
                  <a:pt x="2833" y="18191"/>
                </a:lnTo>
                <a:cubicBezTo>
                  <a:pt x="2519" y="18191"/>
                  <a:pt x="2269" y="17937"/>
                  <a:pt x="2269" y="17626"/>
                </a:cubicBezTo>
                <a:lnTo>
                  <a:pt x="2269" y="14757"/>
                </a:lnTo>
                <a:close/>
                <a:moveTo>
                  <a:pt x="9062" y="5775"/>
                </a:moveTo>
                <a:lnTo>
                  <a:pt x="9062" y="18191"/>
                </a:lnTo>
                <a:lnTo>
                  <a:pt x="7930" y="18191"/>
                </a:lnTo>
                <a:lnTo>
                  <a:pt x="7930" y="5775"/>
                </a:lnTo>
                <a:close/>
                <a:moveTo>
                  <a:pt x="14724" y="14757"/>
                </a:moveTo>
                <a:lnTo>
                  <a:pt x="14724" y="17626"/>
                </a:lnTo>
                <a:cubicBezTo>
                  <a:pt x="14724" y="17937"/>
                  <a:pt x="14470" y="18191"/>
                  <a:pt x="14156" y="18191"/>
                </a:cubicBezTo>
                <a:lnTo>
                  <a:pt x="10195" y="18191"/>
                </a:lnTo>
                <a:lnTo>
                  <a:pt x="10195" y="14757"/>
                </a:lnTo>
                <a:close/>
                <a:moveTo>
                  <a:pt x="4235" y="0"/>
                </a:moveTo>
                <a:cubicBezTo>
                  <a:pt x="3860" y="0"/>
                  <a:pt x="3484" y="68"/>
                  <a:pt x="3123" y="207"/>
                </a:cubicBezTo>
                <a:cubicBezTo>
                  <a:pt x="2096" y="599"/>
                  <a:pt x="1351" y="1508"/>
                  <a:pt x="1172" y="2595"/>
                </a:cubicBezTo>
                <a:cubicBezTo>
                  <a:pt x="1052" y="3314"/>
                  <a:pt x="1224" y="4050"/>
                  <a:pt x="1653" y="4642"/>
                </a:cubicBezTo>
                <a:cubicBezTo>
                  <a:pt x="732" y="4666"/>
                  <a:pt x="1" y="5421"/>
                  <a:pt x="1" y="6339"/>
                </a:cubicBezTo>
                <a:lnTo>
                  <a:pt x="4" y="8604"/>
                </a:lnTo>
                <a:cubicBezTo>
                  <a:pt x="4" y="8918"/>
                  <a:pt x="255" y="9171"/>
                  <a:pt x="569" y="9171"/>
                </a:cubicBezTo>
                <a:lnTo>
                  <a:pt x="1136" y="9171"/>
                </a:lnTo>
                <a:lnTo>
                  <a:pt x="1136" y="17626"/>
                </a:lnTo>
                <a:cubicBezTo>
                  <a:pt x="1136" y="18562"/>
                  <a:pt x="1894" y="19323"/>
                  <a:pt x="2833" y="19323"/>
                </a:cubicBezTo>
                <a:lnTo>
                  <a:pt x="14156" y="19323"/>
                </a:lnTo>
                <a:cubicBezTo>
                  <a:pt x="15095" y="19323"/>
                  <a:pt x="15853" y="18562"/>
                  <a:pt x="15856" y="17626"/>
                </a:cubicBezTo>
                <a:lnTo>
                  <a:pt x="15856" y="9171"/>
                </a:lnTo>
                <a:lnTo>
                  <a:pt x="16421" y="9171"/>
                </a:lnTo>
                <a:cubicBezTo>
                  <a:pt x="16735" y="9171"/>
                  <a:pt x="16988" y="8918"/>
                  <a:pt x="16988" y="8604"/>
                </a:cubicBezTo>
                <a:lnTo>
                  <a:pt x="16988" y="6339"/>
                </a:lnTo>
                <a:cubicBezTo>
                  <a:pt x="16988" y="5418"/>
                  <a:pt x="16255" y="4666"/>
                  <a:pt x="15337" y="4642"/>
                </a:cubicBezTo>
                <a:cubicBezTo>
                  <a:pt x="15762" y="4050"/>
                  <a:pt x="15938" y="3314"/>
                  <a:pt x="15817" y="2595"/>
                </a:cubicBezTo>
                <a:cubicBezTo>
                  <a:pt x="15636" y="1508"/>
                  <a:pt x="14893" y="599"/>
                  <a:pt x="13866" y="207"/>
                </a:cubicBezTo>
                <a:cubicBezTo>
                  <a:pt x="13506" y="68"/>
                  <a:pt x="13129" y="0"/>
                  <a:pt x="12755" y="0"/>
                </a:cubicBezTo>
                <a:cubicBezTo>
                  <a:pt x="12061" y="0"/>
                  <a:pt x="11376" y="233"/>
                  <a:pt x="10817" y="681"/>
                </a:cubicBezTo>
                <a:lnTo>
                  <a:pt x="9742" y="1535"/>
                </a:lnTo>
                <a:cubicBezTo>
                  <a:pt x="9348" y="1340"/>
                  <a:pt x="8920" y="1243"/>
                  <a:pt x="8494" y="1243"/>
                </a:cubicBezTo>
                <a:cubicBezTo>
                  <a:pt x="8067" y="1243"/>
                  <a:pt x="7640" y="1340"/>
                  <a:pt x="7248" y="1535"/>
                </a:cubicBezTo>
                <a:lnTo>
                  <a:pt x="6173" y="681"/>
                </a:lnTo>
                <a:cubicBezTo>
                  <a:pt x="5614" y="233"/>
                  <a:pt x="4928" y="0"/>
                  <a:pt x="423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cxnSp>
        <p:nvCxnSpPr>
          <p:cNvPr id="889" name="Google Shape;889;p54"/>
          <p:cNvCxnSpPr/>
          <p:nvPr/>
        </p:nvCxnSpPr>
        <p:spPr>
          <a:xfrm>
            <a:off x="562125" y="2913767"/>
            <a:ext cx="8216400" cy="123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0" name="Google Shape;890;p54"/>
          <p:cNvSpPr/>
          <p:nvPr/>
        </p:nvSpPr>
        <p:spPr>
          <a:xfrm>
            <a:off x="1671912" y="134302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1" name="Google Shape;891;p54"/>
          <p:cNvSpPr/>
          <p:nvPr/>
        </p:nvSpPr>
        <p:spPr>
          <a:xfrm>
            <a:off x="4572062" y="30715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2" name="Google Shape;892;p54"/>
          <p:cNvSpPr/>
          <p:nvPr/>
        </p:nvSpPr>
        <p:spPr>
          <a:xfrm>
            <a:off x="6969212" y="30094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3" name="Google Shape;893;p54"/>
          <p:cNvSpPr/>
          <p:nvPr/>
        </p:nvSpPr>
        <p:spPr>
          <a:xfrm>
            <a:off x="4371187" y="14807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4" name="Google Shape;894;p54"/>
          <p:cNvSpPr/>
          <p:nvPr/>
        </p:nvSpPr>
        <p:spPr>
          <a:xfrm>
            <a:off x="1517112" y="30094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5" name="Google Shape;895;p54"/>
          <p:cNvSpPr/>
          <p:nvPr/>
        </p:nvSpPr>
        <p:spPr>
          <a:xfrm>
            <a:off x="7238320" y="112139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96" name="Google Shape;896;p54"/>
          <p:cNvGrpSpPr/>
          <p:nvPr/>
        </p:nvGrpSpPr>
        <p:grpSpPr>
          <a:xfrm>
            <a:off x="2505838" y="545891"/>
            <a:ext cx="913425" cy="370975"/>
            <a:chOff x="6514150" y="4420266"/>
            <a:chExt cx="913425" cy="370975"/>
          </a:xfrm>
        </p:grpSpPr>
        <p:sp>
          <p:nvSpPr>
            <p:cNvPr id="897" name="Google Shape;897;p54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54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oogle Shape;11028;p88">
            <a:extLst>
              <a:ext uri="{FF2B5EF4-FFF2-40B4-BE49-F238E27FC236}">
                <a16:creationId xmlns:a16="http://schemas.microsoft.com/office/drawing/2014/main" id="{B8828004-AC1C-DC50-8E71-52640D28A363}"/>
              </a:ext>
            </a:extLst>
          </p:cNvPr>
          <p:cNvGrpSpPr/>
          <p:nvPr/>
        </p:nvGrpSpPr>
        <p:grpSpPr>
          <a:xfrm>
            <a:off x="6988976" y="1284445"/>
            <a:ext cx="488299" cy="508809"/>
            <a:chOff x="-31889075" y="2658950"/>
            <a:chExt cx="302475" cy="290775"/>
          </a:xfrm>
        </p:grpSpPr>
        <p:sp>
          <p:nvSpPr>
            <p:cNvPr id="3" name="Google Shape;11029;p88">
              <a:extLst>
                <a:ext uri="{FF2B5EF4-FFF2-40B4-BE49-F238E27FC236}">
                  <a16:creationId xmlns:a16="http://schemas.microsoft.com/office/drawing/2014/main" id="{00525DD9-1765-B56E-9CD0-04085214E4D7}"/>
                </a:ext>
              </a:extLst>
            </p:cNvPr>
            <p:cNvSpPr/>
            <p:nvPr/>
          </p:nvSpPr>
          <p:spPr>
            <a:xfrm>
              <a:off x="-31889075" y="2658950"/>
              <a:ext cx="302475" cy="290775"/>
            </a:xfrm>
            <a:custGeom>
              <a:avLst/>
              <a:gdLst/>
              <a:ahLst/>
              <a:cxnLst/>
              <a:rect l="l" t="t" r="r" b="b"/>
              <a:pathLst>
                <a:path w="12099" h="11631" extrusionOk="0">
                  <a:moveTo>
                    <a:pt x="10555" y="712"/>
                  </a:moveTo>
                  <a:lnTo>
                    <a:pt x="11153" y="1310"/>
                  </a:lnTo>
                  <a:lnTo>
                    <a:pt x="10051" y="3138"/>
                  </a:lnTo>
                  <a:lnTo>
                    <a:pt x="8728" y="1814"/>
                  </a:lnTo>
                  <a:lnTo>
                    <a:pt x="10555" y="712"/>
                  </a:lnTo>
                  <a:close/>
                  <a:moveTo>
                    <a:pt x="8665" y="2696"/>
                  </a:moveTo>
                  <a:lnTo>
                    <a:pt x="9137" y="3169"/>
                  </a:lnTo>
                  <a:lnTo>
                    <a:pt x="7278" y="4996"/>
                  </a:lnTo>
                  <a:lnTo>
                    <a:pt x="6806" y="4524"/>
                  </a:lnTo>
                  <a:lnTo>
                    <a:pt x="8665" y="2696"/>
                  </a:lnTo>
                  <a:close/>
                  <a:moveTo>
                    <a:pt x="3022" y="640"/>
                  </a:moveTo>
                  <a:cubicBezTo>
                    <a:pt x="3549" y="640"/>
                    <a:pt x="4066" y="847"/>
                    <a:pt x="4443" y="1247"/>
                  </a:cubicBezTo>
                  <a:cubicBezTo>
                    <a:pt x="5010" y="1783"/>
                    <a:pt x="5199" y="2602"/>
                    <a:pt x="4915" y="3358"/>
                  </a:cubicBezTo>
                  <a:cubicBezTo>
                    <a:pt x="4884" y="3484"/>
                    <a:pt x="4915" y="3642"/>
                    <a:pt x="5010" y="3705"/>
                  </a:cubicBezTo>
                  <a:lnTo>
                    <a:pt x="8160" y="6855"/>
                  </a:lnTo>
                  <a:cubicBezTo>
                    <a:pt x="8208" y="6926"/>
                    <a:pt x="8308" y="6961"/>
                    <a:pt x="8409" y="6961"/>
                  </a:cubicBezTo>
                  <a:cubicBezTo>
                    <a:pt x="8442" y="6961"/>
                    <a:pt x="8476" y="6957"/>
                    <a:pt x="8507" y="6950"/>
                  </a:cubicBezTo>
                  <a:cubicBezTo>
                    <a:pt x="8741" y="6862"/>
                    <a:pt x="8981" y="6819"/>
                    <a:pt x="9217" y="6819"/>
                  </a:cubicBezTo>
                  <a:cubicBezTo>
                    <a:pt x="9743" y="6819"/>
                    <a:pt x="10248" y="7031"/>
                    <a:pt x="10618" y="7422"/>
                  </a:cubicBezTo>
                  <a:cubicBezTo>
                    <a:pt x="11153" y="7926"/>
                    <a:pt x="11342" y="8682"/>
                    <a:pt x="11153" y="9375"/>
                  </a:cubicBezTo>
                  <a:lnTo>
                    <a:pt x="10240" y="8493"/>
                  </a:lnTo>
                  <a:cubicBezTo>
                    <a:pt x="10035" y="8289"/>
                    <a:pt x="9767" y="8186"/>
                    <a:pt x="9503" y="8186"/>
                  </a:cubicBezTo>
                  <a:cubicBezTo>
                    <a:pt x="9240" y="8186"/>
                    <a:pt x="8980" y="8289"/>
                    <a:pt x="8791" y="8493"/>
                  </a:cubicBezTo>
                  <a:cubicBezTo>
                    <a:pt x="8381" y="8871"/>
                    <a:pt x="8381" y="9533"/>
                    <a:pt x="8791" y="9943"/>
                  </a:cubicBezTo>
                  <a:lnTo>
                    <a:pt x="9673" y="10856"/>
                  </a:lnTo>
                  <a:cubicBezTo>
                    <a:pt x="9498" y="10904"/>
                    <a:pt x="9318" y="10928"/>
                    <a:pt x="9140" y="10928"/>
                  </a:cubicBezTo>
                  <a:cubicBezTo>
                    <a:pt x="8614" y="10928"/>
                    <a:pt x="8096" y="10721"/>
                    <a:pt x="7719" y="10321"/>
                  </a:cubicBezTo>
                  <a:cubicBezTo>
                    <a:pt x="7152" y="9785"/>
                    <a:pt x="6963" y="8966"/>
                    <a:pt x="7247" y="8210"/>
                  </a:cubicBezTo>
                  <a:cubicBezTo>
                    <a:pt x="7278" y="8084"/>
                    <a:pt x="7247" y="7926"/>
                    <a:pt x="7152" y="7863"/>
                  </a:cubicBezTo>
                  <a:lnTo>
                    <a:pt x="4002" y="4713"/>
                  </a:lnTo>
                  <a:cubicBezTo>
                    <a:pt x="3960" y="4629"/>
                    <a:pt x="3876" y="4587"/>
                    <a:pt x="3787" y="4587"/>
                  </a:cubicBezTo>
                  <a:cubicBezTo>
                    <a:pt x="3743" y="4587"/>
                    <a:pt x="3697" y="4597"/>
                    <a:pt x="3655" y="4618"/>
                  </a:cubicBezTo>
                  <a:cubicBezTo>
                    <a:pt x="3421" y="4706"/>
                    <a:pt x="3181" y="4749"/>
                    <a:pt x="2945" y="4749"/>
                  </a:cubicBezTo>
                  <a:cubicBezTo>
                    <a:pt x="2419" y="4749"/>
                    <a:pt x="1914" y="4537"/>
                    <a:pt x="1544" y="4146"/>
                  </a:cubicBezTo>
                  <a:cubicBezTo>
                    <a:pt x="1009" y="3642"/>
                    <a:pt x="820" y="2885"/>
                    <a:pt x="1009" y="2192"/>
                  </a:cubicBezTo>
                  <a:lnTo>
                    <a:pt x="1009" y="2192"/>
                  </a:lnTo>
                  <a:lnTo>
                    <a:pt x="1922" y="3075"/>
                  </a:lnTo>
                  <a:cubicBezTo>
                    <a:pt x="2127" y="3279"/>
                    <a:pt x="2395" y="3382"/>
                    <a:pt x="2659" y="3382"/>
                  </a:cubicBezTo>
                  <a:cubicBezTo>
                    <a:pt x="2923" y="3382"/>
                    <a:pt x="3183" y="3279"/>
                    <a:pt x="3372" y="3075"/>
                  </a:cubicBezTo>
                  <a:cubicBezTo>
                    <a:pt x="3781" y="2696"/>
                    <a:pt x="3781" y="2035"/>
                    <a:pt x="3372" y="1625"/>
                  </a:cubicBezTo>
                  <a:lnTo>
                    <a:pt x="2490" y="712"/>
                  </a:lnTo>
                  <a:cubicBezTo>
                    <a:pt x="2665" y="664"/>
                    <a:pt x="2844" y="640"/>
                    <a:pt x="3022" y="640"/>
                  </a:cubicBezTo>
                  <a:close/>
                  <a:moveTo>
                    <a:pt x="4380" y="6036"/>
                  </a:moveTo>
                  <a:lnTo>
                    <a:pt x="5829" y="7485"/>
                  </a:lnTo>
                  <a:lnTo>
                    <a:pt x="2679" y="10636"/>
                  </a:lnTo>
                  <a:cubicBezTo>
                    <a:pt x="2474" y="10840"/>
                    <a:pt x="2206" y="10943"/>
                    <a:pt x="1942" y="10943"/>
                  </a:cubicBezTo>
                  <a:cubicBezTo>
                    <a:pt x="1678" y="10943"/>
                    <a:pt x="1418" y="10840"/>
                    <a:pt x="1229" y="10636"/>
                  </a:cubicBezTo>
                  <a:cubicBezTo>
                    <a:pt x="820" y="10226"/>
                    <a:pt x="820" y="9596"/>
                    <a:pt x="1229" y="9186"/>
                  </a:cubicBezTo>
                  <a:lnTo>
                    <a:pt x="4380" y="6036"/>
                  </a:lnTo>
                  <a:close/>
                  <a:moveTo>
                    <a:pt x="2915" y="1"/>
                  </a:moveTo>
                  <a:cubicBezTo>
                    <a:pt x="2465" y="1"/>
                    <a:pt x="2014" y="112"/>
                    <a:pt x="1607" y="334"/>
                  </a:cubicBezTo>
                  <a:cubicBezTo>
                    <a:pt x="1544" y="365"/>
                    <a:pt x="1450" y="491"/>
                    <a:pt x="1450" y="554"/>
                  </a:cubicBezTo>
                  <a:cubicBezTo>
                    <a:pt x="1450" y="680"/>
                    <a:pt x="1481" y="775"/>
                    <a:pt x="1544" y="838"/>
                  </a:cubicBezTo>
                  <a:lnTo>
                    <a:pt x="2836" y="2129"/>
                  </a:lnTo>
                  <a:cubicBezTo>
                    <a:pt x="2962" y="2255"/>
                    <a:pt x="2962" y="2507"/>
                    <a:pt x="2836" y="2602"/>
                  </a:cubicBezTo>
                  <a:cubicBezTo>
                    <a:pt x="2773" y="2665"/>
                    <a:pt x="2686" y="2696"/>
                    <a:pt x="2600" y="2696"/>
                  </a:cubicBezTo>
                  <a:cubicBezTo>
                    <a:pt x="2513" y="2696"/>
                    <a:pt x="2427" y="2665"/>
                    <a:pt x="2364" y="2602"/>
                  </a:cubicBezTo>
                  <a:lnTo>
                    <a:pt x="1072" y="1310"/>
                  </a:lnTo>
                  <a:cubicBezTo>
                    <a:pt x="1001" y="1239"/>
                    <a:pt x="912" y="1204"/>
                    <a:pt x="846" y="1204"/>
                  </a:cubicBezTo>
                  <a:cubicBezTo>
                    <a:pt x="824" y="1204"/>
                    <a:pt x="804" y="1208"/>
                    <a:pt x="788" y="1216"/>
                  </a:cubicBezTo>
                  <a:cubicBezTo>
                    <a:pt x="662" y="1216"/>
                    <a:pt x="599" y="1310"/>
                    <a:pt x="536" y="1373"/>
                  </a:cubicBezTo>
                  <a:cubicBezTo>
                    <a:pt x="1" y="2413"/>
                    <a:pt x="127" y="3736"/>
                    <a:pt x="1009" y="4618"/>
                  </a:cubicBezTo>
                  <a:cubicBezTo>
                    <a:pt x="1549" y="5135"/>
                    <a:pt x="2230" y="5407"/>
                    <a:pt x="2934" y="5407"/>
                  </a:cubicBezTo>
                  <a:cubicBezTo>
                    <a:pt x="3173" y="5407"/>
                    <a:pt x="3415" y="5375"/>
                    <a:pt x="3655" y="5311"/>
                  </a:cubicBezTo>
                  <a:lnTo>
                    <a:pt x="3907" y="5563"/>
                  </a:lnTo>
                  <a:lnTo>
                    <a:pt x="757" y="8714"/>
                  </a:lnTo>
                  <a:cubicBezTo>
                    <a:pt x="64" y="9344"/>
                    <a:pt x="64" y="10447"/>
                    <a:pt x="757" y="11108"/>
                  </a:cubicBezTo>
                  <a:cubicBezTo>
                    <a:pt x="1088" y="11455"/>
                    <a:pt x="1521" y="11628"/>
                    <a:pt x="1954" y="11628"/>
                  </a:cubicBezTo>
                  <a:cubicBezTo>
                    <a:pt x="2387" y="11628"/>
                    <a:pt x="2820" y="11455"/>
                    <a:pt x="3151" y="11108"/>
                  </a:cubicBezTo>
                  <a:lnTo>
                    <a:pt x="6302" y="7958"/>
                  </a:lnTo>
                  <a:lnTo>
                    <a:pt x="6522" y="8210"/>
                  </a:lnTo>
                  <a:cubicBezTo>
                    <a:pt x="6302" y="9155"/>
                    <a:pt x="6522" y="10132"/>
                    <a:pt x="7247" y="10825"/>
                  </a:cubicBezTo>
                  <a:cubicBezTo>
                    <a:pt x="7765" y="11362"/>
                    <a:pt x="8469" y="11630"/>
                    <a:pt x="9169" y="11630"/>
                  </a:cubicBezTo>
                  <a:cubicBezTo>
                    <a:pt x="9618" y="11630"/>
                    <a:pt x="10066" y="11519"/>
                    <a:pt x="10460" y="11297"/>
                  </a:cubicBezTo>
                  <a:cubicBezTo>
                    <a:pt x="10555" y="11266"/>
                    <a:pt x="10618" y="11140"/>
                    <a:pt x="10618" y="11077"/>
                  </a:cubicBezTo>
                  <a:cubicBezTo>
                    <a:pt x="10618" y="11014"/>
                    <a:pt x="10586" y="10888"/>
                    <a:pt x="10555" y="10793"/>
                  </a:cubicBezTo>
                  <a:lnTo>
                    <a:pt x="9263" y="9501"/>
                  </a:lnTo>
                  <a:cubicBezTo>
                    <a:pt x="9137" y="9375"/>
                    <a:pt x="9137" y="9155"/>
                    <a:pt x="9263" y="9029"/>
                  </a:cubicBezTo>
                  <a:cubicBezTo>
                    <a:pt x="9310" y="8966"/>
                    <a:pt x="9397" y="8934"/>
                    <a:pt x="9488" y="8934"/>
                  </a:cubicBezTo>
                  <a:cubicBezTo>
                    <a:pt x="9578" y="8934"/>
                    <a:pt x="9673" y="8966"/>
                    <a:pt x="9736" y="9029"/>
                  </a:cubicBezTo>
                  <a:lnTo>
                    <a:pt x="11027" y="10321"/>
                  </a:lnTo>
                  <a:cubicBezTo>
                    <a:pt x="11075" y="10392"/>
                    <a:pt x="11157" y="10427"/>
                    <a:pt x="11236" y="10427"/>
                  </a:cubicBezTo>
                  <a:cubicBezTo>
                    <a:pt x="11262" y="10427"/>
                    <a:pt x="11287" y="10423"/>
                    <a:pt x="11311" y="10415"/>
                  </a:cubicBezTo>
                  <a:cubicBezTo>
                    <a:pt x="11405" y="10415"/>
                    <a:pt x="11500" y="10321"/>
                    <a:pt x="11532" y="10258"/>
                  </a:cubicBezTo>
                  <a:cubicBezTo>
                    <a:pt x="12099" y="9218"/>
                    <a:pt x="11973" y="7895"/>
                    <a:pt x="11059" y="7013"/>
                  </a:cubicBezTo>
                  <a:cubicBezTo>
                    <a:pt x="10542" y="6496"/>
                    <a:pt x="9850" y="6224"/>
                    <a:pt x="9139" y="6224"/>
                  </a:cubicBezTo>
                  <a:cubicBezTo>
                    <a:pt x="8897" y="6224"/>
                    <a:pt x="8653" y="6255"/>
                    <a:pt x="8413" y="6320"/>
                  </a:cubicBezTo>
                  <a:lnTo>
                    <a:pt x="7719" y="5595"/>
                  </a:lnTo>
                  <a:lnTo>
                    <a:pt x="9578" y="3736"/>
                  </a:lnTo>
                  <a:lnTo>
                    <a:pt x="9799" y="3988"/>
                  </a:lnTo>
                  <a:cubicBezTo>
                    <a:pt x="9867" y="4056"/>
                    <a:pt x="9958" y="4089"/>
                    <a:pt x="10051" y="4089"/>
                  </a:cubicBezTo>
                  <a:cubicBezTo>
                    <a:pt x="10172" y="4089"/>
                    <a:pt x="10294" y="4032"/>
                    <a:pt x="10366" y="3925"/>
                  </a:cubicBezTo>
                  <a:lnTo>
                    <a:pt x="11815" y="1499"/>
                  </a:lnTo>
                  <a:cubicBezTo>
                    <a:pt x="11878" y="1373"/>
                    <a:pt x="11878" y="1184"/>
                    <a:pt x="11784" y="1090"/>
                  </a:cubicBezTo>
                  <a:lnTo>
                    <a:pt x="10775" y="82"/>
                  </a:lnTo>
                  <a:cubicBezTo>
                    <a:pt x="10723" y="30"/>
                    <a:pt x="10652" y="6"/>
                    <a:pt x="10573" y="6"/>
                  </a:cubicBezTo>
                  <a:cubicBezTo>
                    <a:pt x="10507" y="6"/>
                    <a:pt x="10437" y="22"/>
                    <a:pt x="10366" y="50"/>
                  </a:cubicBezTo>
                  <a:lnTo>
                    <a:pt x="7940" y="1499"/>
                  </a:lnTo>
                  <a:cubicBezTo>
                    <a:pt x="7751" y="1625"/>
                    <a:pt x="7719" y="1909"/>
                    <a:pt x="7877" y="2066"/>
                  </a:cubicBezTo>
                  <a:lnTo>
                    <a:pt x="8097" y="2287"/>
                  </a:lnTo>
                  <a:lnTo>
                    <a:pt x="6270" y="4146"/>
                  </a:lnTo>
                  <a:lnTo>
                    <a:pt x="5546" y="3421"/>
                  </a:lnTo>
                  <a:cubicBezTo>
                    <a:pt x="5798" y="2476"/>
                    <a:pt x="5546" y="1499"/>
                    <a:pt x="4852" y="806"/>
                  </a:cubicBezTo>
                  <a:cubicBezTo>
                    <a:pt x="4315" y="269"/>
                    <a:pt x="3615" y="1"/>
                    <a:pt x="2915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11030;p88">
              <a:extLst>
                <a:ext uri="{FF2B5EF4-FFF2-40B4-BE49-F238E27FC236}">
                  <a16:creationId xmlns:a16="http://schemas.microsoft.com/office/drawing/2014/main" id="{04EB43E4-10EE-043E-8E72-4E3E7735D75A}"/>
                </a:ext>
              </a:extLst>
            </p:cNvPr>
            <p:cNvSpPr/>
            <p:nvPr/>
          </p:nvSpPr>
          <p:spPr>
            <a:xfrm>
              <a:off x="-31838650" y="2838200"/>
              <a:ext cx="70100" cy="68550"/>
            </a:xfrm>
            <a:custGeom>
              <a:avLst/>
              <a:gdLst/>
              <a:ahLst/>
              <a:cxnLst/>
              <a:rect l="l" t="t" r="r" b="b"/>
              <a:pathLst>
                <a:path w="2804" h="2742" extrusionOk="0">
                  <a:moveTo>
                    <a:pt x="2430" y="0"/>
                  </a:moveTo>
                  <a:cubicBezTo>
                    <a:pt x="2339" y="0"/>
                    <a:pt x="2253" y="32"/>
                    <a:pt x="2205" y="95"/>
                  </a:cubicBezTo>
                  <a:lnTo>
                    <a:pt x="95" y="2174"/>
                  </a:lnTo>
                  <a:cubicBezTo>
                    <a:pt x="0" y="2300"/>
                    <a:pt x="0" y="2521"/>
                    <a:pt x="95" y="2647"/>
                  </a:cubicBezTo>
                  <a:cubicBezTo>
                    <a:pt x="158" y="2710"/>
                    <a:pt x="236" y="2741"/>
                    <a:pt x="319" y="2741"/>
                  </a:cubicBezTo>
                  <a:cubicBezTo>
                    <a:pt x="402" y="2741"/>
                    <a:pt x="488" y="2710"/>
                    <a:pt x="567" y="2647"/>
                  </a:cubicBezTo>
                  <a:lnTo>
                    <a:pt x="2678" y="567"/>
                  </a:lnTo>
                  <a:cubicBezTo>
                    <a:pt x="2804" y="441"/>
                    <a:pt x="2804" y="221"/>
                    <a:pt x="2678" y="95"/>
                  </a:cubicBezTo>
                  <a:cubicBezTo>
                    <a:pt x="2615" y="32"/>
                    <a:pt x="2520" y="0"/>
                    <a:pt x="2430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10261;p85">
            <a:extLst>
              <a:ext uri="{FF2B5EF4-FFF2-40B4-BE49-F238E27FC236}">
                <a16:creationId xmlns:a16="http://schemas.microsoft.com/office/drawing/2014/main" id="{2A2B3AB6-9EBA-3C7D-C100-E8655EDE4E2B}"/>
              </a:ext>
            </a:extLst>
          </p:cNvPr>
          <p:cNvGrpSpPr/>
          <p:nvPr/>
        </p:nvGrpSpPr>
        <p:grpSpPr>
          <a:xfrm>
            <a:off x="1648630" y="3095663"/>
            <a:ext cx="531701" cy="532802"/>
            <a:chOff x="1487200" y="4421025"/>
            <a:chExt cx="483125" cy="439750"/>
          </a:xfrm>
        </p:grpSpPr>
        <p:sp>
          <p:nvSpPr>
            <p:cNvPr id="6" name="Google Shape;10262;p85">
              <a:extLst>
                <a:ext uri="{FF2B5EF4-FFF2-40B4-BE49-F238E27FC236}">
                  <a16:creationId xmlns:a16="http://schemas.microsoft.com/office/drawing/2014/main" id="{45DDA5CB-D431-D33A-4324-671707164DC1}"/>
                </a:ext>
              </a:extLst>
            </p:cNvPr>
            <p:cNvSpPr/>
            <p:nvPr/>
          </p:nvSpPr>
          <p:spPr>
            <a:xfrm>
              <a:off x="1487200" y="4421025"/>
              <a:ext cx="483125" cy="439750"/>
            </a:xfrm>
            <a:custGeom>
              <a:avLst/>
              <a:gdLst/>
              <a:ahLst/>
              <a:cxnLst/>
              <a:rect l="l" t="t" r="r" b="b"/>
              <a:pathLst>
                <a:path w="19325" h="17590" extrusionOk="0">
                  <a:moveTo>
                    <a:pt x="12818" y="1130"/>
                  </a:moveTo>
                  <a:cubicBezTo>
                    <a:pt x="14361" y="1130"/>
                    <a:pt x="15671" y="2389"/>
                    <a:pt x="15867" y="4059"/>
                  </a:cubicBezTo>
                  <a:cubicBezTo>
                    <a:pt x="15867" y="4077"/>
                    <a:pt x="15870" y="4095"/>
                    <a:pt x="15873" y="4110"/>
                  </a:cubicBezTo>
                  <a:lnTo>
                    <a:pt x="16242" y="5871"/>
                  </a:lnTo>
                  <a:lnTo>
                    <a:pt x="9406" y="5871"/>
                  </a:lnTo>
                  <a:lnTo>
                    <a:pt x="11707" y="4110"/>
                  </a:lnTo>
                  <a:cubicBezTo>
                    <a:pt x="11957" y="3920"/>
                    <a:pt x="12008" y="3561"/>
                    <a:pt x="11815" y="3310"/>
                  </a:cubicBezTo>
                  <a:cubicBezTo>
                    <a:pt x="11703" y="3166"/>
                    <a:pt x="11534" y="3091"/>
                    <a:pt x="11364" y="3091"/>
                  </a:cubicBezTo>
                  <a:cubicBezTo>
                    <a:pt x="11242" y="3091"/>
                    <a:pt x="11119" y="3130"/>
                    <a:pt x="11015" y="3211"/>
                  </a:cubicBezTo>
                  <a:lnTo>
                    <a:pt x="7618" y="5816"/>
                  </a:lnTo>
                  <a:cubicBezTo>
                    <a:pt x="7597" y="5835"/>
                    <a:pt x="7576" y="5853"/>
                    <a:pt x="7558" y="5871"/>
                  </a:cubicBezTo>
                  <a:lnTo>
                    <a:pt x="3083" y="5871"/>
                  </a:lnTo>
                  <a:lnTo>
                    <a:pt x="3451" y="4110"/>
                  </a:lnTo>
                  <a:cubicBezTo>
                    <a:pt x="3454" y="4095"/>
                    <a:pt x="3457" y="4077"/>
                    <a:pt x="3460" y="4059"/>
                  </a:cubicBezTo>
                  <a:cubicBezTo>
                    <a:pt x="3654" y="2389"/>
                    <a:pt x="4964" y="1130"/>
                    <a:pt x="6507" y="1130"/>
                  </a:cubicBezTo>
                  <a:close/>
                  <a:moveTo>
                    <a:pt x="16939" y="7021"/>
                  </a:moveTo>
                  <a:cubicBezTo>
                    <a:pt x="17631" y="7021"/>
                    <a:pt x="18192" y="7580"/>
                    <a:pt x="18192" y="8274"/>
                  </a:cubicBezTo>
                  <a:lnTo>
                    <a:pt x="18192" y="11913"/>
                  </a:lnTo>
                  <a:cubicBezTo>
                    <a:pt x="18192" y="12604"/>
                    <a:pt x="17631" y="13163"/>
                    <a:pt x="16939" y="13166"/>
                  </a:cubicBezTo>
                  <a:lnTo>
                    <a:pt x="2385" y="13166"/>
                  </a:lnTo>
                  <a:cubicBezTo>
                    <a:pt x="1694" y="13163"/>
                    <a:pt x="1132" y="12604"/>
                    <a:pt x="1132" y="11913"/>
                  </a:cubicBezTo>
                  <a:lnTo>
                    <a:pt x="1132" y="8274"/>
                  </a:lnTo>
                  <a:cubicBezTo>
                    <a:pt x="1132" y="7580"/>
                    <a:pt x="1694" y="7021"/>
                    <a:pt x="2385" y="7021"/>
                  </a:cubicBezTo>
                  <a:close/>
                  <a:moveTo>
                    <a:pt x="5813" y="14304"/>
                  </a:moveTo>
                  <a:lnTo>
                    <a:pt x="5813" y="15889"/>
                  </a:lnTo>
                  <a:cubicBezTo>
                    <a:pt x="5813" y="16203"/>
                    <a:pt x="5559" y="16457"/>
                    <a:pt x="5248" y="16457"/>
                  </a:cubicBezTo>
                  <a:lnTo>
                    <a:pt x="3874" y="16457"/>
                  </a:lnTo>
                  <a:cubicBezTo>
                    <a:pt x="3560" y="16457"/>
                    <a:pt x="3306" y="16203"/>
                    <a:pt x="3306" y="15889"/>
                  </a:cubicBezTo>
                  <a:lnTo>
                    <a:pt x="3306" y="14304"/>
                  </a:lnTo>
                  <a:close/>
                  <a:moveTo>
                    <a:pt x="16018" y="14304"/>
                  </a:moveTo>
                  <a:lnTo>
                    <a:pt x="16018" y="15889"/>
                  </a:lnTo>
                  <a:cubicBezTo>
                    <a:pt x="16018" y="16203"/>
                    <a:pt x="15765" y="16457"/>
                    <a:pt x="15454" y="16457"/>
                  </a:cubicBezTo>
                  <a:lnTo>
                    <a:pt x="14080" y="16457"/>
                  </a:lnTo>
                  <a:cubicBezTo>
                    <a:pt x="13766" y="16457"/>
                    <a:pt x="13512" y="16203"/>
                    <a:pt x="13512" y="15889"/>
                  </a:cubicBezTo>
                  <a:lnTo>
                    <a:pt x="13512" y="14304"/>
                  </a:lnTo>
                  <a:close/>
                  <a:moveTo>
                    <a:pt x="6507" y="1"/>
                  </a:moveTo>
                  <a:cubicBezTo>
                    <a:pt x="4396" y="1"/>
                    <a:pt x="2609" y="1677"/>
                    <a:pt x="2337" y="3902"/>
                  </a:cubicBezTo>
                  <a:lnTo>
                    <a:pt x="1911" y="5934"/>
                  </a:lnTo>
                  <a:cubicBezTo>
                    <a:pt x="800" y="6161"/>
                    <a:pt x="0" y="7139"/>
                    <a:pt x="0" y="8274"/>
                  </a:cubicBezTo>
                  <a:lnTo>
                    <a:pt x="0" y="11910"/>
                  </a:lnTo>
                  <a:cubicBezTo>
                    <a:pt x="3" y="13145"/>
                    <a:pt x="945" y="14177"/>
                    <a:pt x="2174" y="14286"/>
                  </a:cubicBezTo>
                  <a:lnTo>
                    <a:pt x="2174" y="15889"/>
                  </a:lnTo>
                  <a:cubicBezTo>
                    <a:pt x="2174" y="16828"/>
                    <a:pt x="2935" y="17586"/>
                    <a:pt x="3874" y="17589"/>
                  </a:cubicBezTo>
                  <a:lnTo>
                    <a:pt x="5248" y="17589"/>
                  </a:lnTo>
                  <a:cubicBezTo>
                    <a:pt x="6184" y="17586"/>
                    <a:pt x="6945" y="16828"/>
                    <a:pt x="6945" y="15889"/>
                  </a:cubicBezTo>
                  <a:lnTo>
                    <a:pt x="6945" y="14298"/>
                  </a:lnTo>
                  <a:lnTo>
                    <a:pt x="12380" y="14298"/>
                  </a:lnTo>
                  <a:lnTo>
                    <a:pt x="12380" y="15889"/>
                  </a:lnTo>
                  <a:cubicBezTo>
                    <a:pt x="12380" y="16828"/>
                    <a:pt x="13141" y="17586"/>
                    <a:pt x="14080" y="17589"/>
                  </a:cubicBezTo>
                  <a:lnTo>
                    <a:pt x="15454" y="17589"/>
                  </a:lnTo>
                  <a:cubicBezTo>
                    <a:pt x="16390" y="17586"/>
                    <a:pt x="17151" y="16828"/>
                    <a:pt x="17151" y="15889"/>
                  </a:cubicBezTo>
                  <a:lnTo>
                    <a:pt x="17151" y="14286"/>
                  </a:lnTo>
                  <a:cubicBezTo>
                    <a:pt x="18380" y="14177"/>
                    <a:pt x="19322" y="13145"/>
                    <a:pt x="19325" y="11913"/>
                  </a:cubicBezTo>
                  <a:lnTo>
                    <a:pt x="19325" y="8274"/>
                  </a:lnTo>
                  <a:cubicBezTo>
                    <a:pt x="19325" y="7139"/>
                    <a:pt x="18524" y="6161"/>
                    <a:pt x="17413" y="5934"/>
                  </a:cubicBezTo>
                  <a:lnTo>
                    <a:pt x="16988" y="3902"/>
                  </a:lnTo>
                  <a:cubicBezTo>
                    <a:pt x="16716" y="1677"/>
                    <a:pt x="14928" y="1"/>
                    <a:pt x="12818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7" name="Google Shape;10263;p85">
              <a:extLst>
                <a:ext uri="{FF2B5EF4-FFF2-40B4-BE49-F238E27FC236}">
                  <a16:creationId xmlns:a16="http://schemas.microsoft.com/office/drawing/2014/main" id="{BF734EA5-F05D-F30C-5206-EFC89D5B9F88}"/>
                </a:ext>
              </a:extLst>
            </p:cNvPr>
            <p:cNvSpPr/>
            <p:nvPr/>
          </p:nvSpPr>
          <p:spPr>
            <a:xfrm>
              <a:off x="1544950" y="4622200"/>
              <a:ext cx="103950" cy="100025"/>
            </a:xfrm>
            <a:custGeom>
              <a:avLst/>
              <a:gdLst/>
              <a:ahLst/>
              <a:cxnLst/>
              <a:rect l="l" t="t" r="r" b="b"/>
              <a:pathLst>
                <a:path w="4158" h="4001" extrusionOk="0">
                  <a:moveTo>
                    <a:pt x="2152" y="1131"/>
                  </a:moveTo>
                  <a:cubicBezTo>
                    <a:pt x="2599" y="1131"/>
                    <a:pt x="3025" y="1477"/>
                    <a:pt x="3025" y="2000"/>
                  </a:cubicBezTo>
                  <a:cubicBezTo>
                    <a:pt x="3025" y="2480"/>
                    <a:pt x="2639" y="2869"/>
                    <a:pt x="2159" y="2869"/>
                  </a:cubicBezTo>
                  <a:cubicBezTo>
                    <a:pt x="1386" y="2869"/>
                    <a:pt x="996" y="1933"/>
                    <a:pt x="1543" y="1387"/>
                  </a:cubicBezTo>
                  <a:cubicBezTo>
                    <a:pt x="1721" y="1210"/>
                    <a:pt x="1939" y="1131"/>
                    <a:pt x="2152" y="1131"/>
                  </a:cubicBezTo>
                  <a:close/>
                  <a:moveTo>
                    <a:pt x="2159" y="1"/>
                  </a:moveTo>
                  <a:cubicBezTo>
                    <a:pt x="1350" y="1"/>
                    <a:pt x="619" y="487"/>
                    <a:pt x="311" y="1233"/>
                  </a:cubicBezTo>
                  <a:cubicBezTo>
                    <a:pt x="0" y="1982"/>
                    <a:pt x="172" y="2842"/>
                    <a:pt x="743" y="3413"/>
                  </a:cubicBezTo>
                  <a:cubicBezTo>
                    <a:pt x="1127" y="3796"/>
                    <a:pt x="1639" y="4001"/>
                    <a:pt x="2159" y="4001"/>
                  </a:cubicBezTo>
                  <a:cubicBezTo>
                    <a:pt x="2416" y="4001"/>
                    <a:pt x="2676" y="3951"/>
                    <a:pt x="2923" y="3848"/>
                  </a:cubicBezTo>
                  <a:cubicBezTo>
                    <a:pt x="3672" y="3540"/>
                    <a:pt x="4158" y="2809"/>
                    <a:pt x="4158" y="2000"/>
                  </a:cubicBezTo>
                  <a:cubicBezTo>
                    <a:pt x="4158" y="895"/>
                    <a:pt x="3261" y="1"/>
                    <a:pt x="2159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8" name="Google Shape;10264;p85">
              <a:extLst>
                <a:ext uri="{FF2B5EF4-FFF2-40B4-BE49-F238E27FC236}">
                  <a16:creationId xmlns:a16="http://schemas.microsoft.com/office/drawing/2014/main" id="{EC330213-880A-CF71-2F15-B64AF03636CD}"/>
                </a:ext>
              </a:extLst>
            </p:cNvPr>
            <p:cNvSpPr/>
            <p:nvPr/>
          </p:nvSpPr>
          <p:spPr>
            <a:xfrm>
              <a:off x="1804675" y="4622200"/>
              <a:ext cx="103975" cy="100025"/>
            </a:xfrm>
            <a:custGeom>
              <a:avLst/>
              <a:gdLst/>
              <a:ahLst/>
              <a:cxnLst/>
              <a:rect l="l" t="t" r="r" b="b"/>
              <a:pathLst>
                <a:path w="4159" h="4001" extrusionOk="0">
                  <a:moveTo>
                    <a:pt x="2152" y="1131"/>
                  </a:moveTo>
                  <a:cubicBezTo>
                    <a:pt x="2598" y="1131"/>
                    <a:pt x="3026" y="1477"/>
                    <a:pt x="3026" y="2000"/>
                  </a:cubicBezTo>
                  <a:cubicBezTo>
                    <a:pt x="3026" y="2480"/>
                    <a:pt x="2637" y="2869"/>
                    <a:pt x="2157" y="2869"/>
                  </a:cubicBezTo>
                  <a:cubicBezTo>
                    <a:pt x="1384" y="2869"/>
                    <a:pt x="997" y="1933"/>
                    <a:pt x="1544" y="1387"/>
                  </a:cubicBezTo>
                  <a:cubicBezTo>
                    <a:pt x="1721" y="1210"/>
                    <a:pt x="1938" y="1131"/>
                    <a:pt x="2152" y="1131"/>
                  </a:cubicBezTo>
                  <a:close/>
                  <a:moveTo>
                    <a:pt x="2157" y="1"/>
                  </a:moveTo>
                  <a:cubicBezTo>
                    <a:pt x="1348" y="1"/>
                    <a:pt x="620" y="487"/>
                    <a:pt x="309" y="1233"/>
                  </a:cubicBezTo>
                  <a:cubicBezTo>
                    <a:pt x="1" y="1982"/>
                    <a:pt x="170" y="2842"/>
                    <a:pt x="744" y="3413"/>
                  </a:cubicBezTo>
                  <a:cubicBezTo>
                    <a:pt x="1125" y="3796"/>
                    <a:pt x="1637" y="4001"/>
                    <a:pt x="2158" y="4001"/>
                  </a:cubicBezTo>
                  <a:cubicBezTo>
                    <a:pt x="2416" y="4001"/>
                    <a:pt x="2676" y="3951"/>
                    <a:pt x="2924" y="3848"/>
                  </a:cubicBezTo>
                  <a:cubicBezTo>
                    <a:pt x="3670" y="3540"/>
                    <a:pt x="4159" y="2809"/>
                    <a:pt x="4159" y="2000"/>
                  </a:cubicBezTo>
                  <a:cubicBezTo>
                    <a:pt x="4156" y="895"/>
                    <a:pt x="3262" y="1"/>
                    <a:pt x="2157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9" name="Google Shape;10265;p85">
              <a:extLst>
                <a:ext uri="{FF2B5EF4-FFF2-40B4-BE49-F238E27FC236}">
                  <a16:creationId xmlns:a16="http://schemas.microsoft.com/office/drawing/2014/main" id="{EF45F842-27B8-BC90-80E0-EEC441925D9D}"/>
                </a:ext>
              </a:extLst>
            </p:cNvPr>
            <p:cNvSpPr/>
            <p:nvPr/>
          </p:nvSpPr>
          <p:spPr>
            <a:xfrm>
              <a:off x="1667450" y="4661825"/>
              <a:ext cx="119825" cy="28350"/>
            </a:xfrm>
            <a:custGeom>
              <a:avLst/>
              <a:gdLst/>
              <a:ahLst/>
              <a:cxnLst/>
              <a:rect l="l" t="t" r="r" b="b"/>
              <a:pathLst>
                <a:path w="4793" h="1134" extrusionOk="0">
                  <a:moveTo>
                    <a:pt x="565" y="1"/>
                  </a:moveTo>
                  <a:cubicBezTo>
                    <a:pt x="251" y="1"/>
                    <a:pt x="1" y="252"/>
                    <a:pt x="1" y="566"/>
                  </a:cubicBezTo>
                  <a:cubicBezTo>
                    <a:pt x="1" y="880"/>
                    <a:pt x="251" y="1133"/>
                    <a:pt x="565" y="1133"/>
                  </a:cubicBezTo>
                  <a:lnTo>
                    <a:pt x="4228" y="1133"/>
                  </a:lnTo>
                  <a:cubicBezTo>
                    <a:pt x="4539" y="1133"/>
                    <a:pt x="4792" y="880"/>
                    <a:pt x="4792" y="566"/>
                  </a:cubicBezTo>
                  <a:cubicBezTo>
                    <a:pt x="4792" y="252"/>
                    <a:pt x="4539" y="1"/>
                    <a:pt x="4228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0" name="Google Shape;10078;p85">
            <a:extLst>
              <a:ext uri="{FF2B5EF4-FFF2-40B4-BE49-F238E27FC236}">
                <a16:creationId xmlns:a16="http://schemas.microsoft.com/office/drawing/2014/main" id="{2B02E9DF-28B2-4044-B6BB-525B5128D3C1}"/>
              </a:ext>
            </a:extLst>
          </p:cNvPr>
          <p:cNvGrpSpPr/>
          <p:nvPr/>
        </p:nvGrpSpPr>
        <p:grpSpPr>
          <a:xfrm>
            <a:off x="4335938" y="3133130"/>
            <a:ext cx="482984" cy="475484"/>
            <a:chOff x="3270550" y="832575"/>
            <a:chExt cx="499375" cy="483125"/>
          </a:xfrm>
        </p:grpSpPr>
        <p:sp>
          <p:nvSpPr>
            <p:cNvPr id="11" name="Google Shape;10079;p85">
              <a:extLst>
                <a:ext uri="{FF2B5EF4-FFF2-40B4-BE49-F238E27FC236}">
                  <a16:creationId xmlns:a16="http://schemas.microsoft.com/office/drawing/2014/main" id="{EB0438B6-5890-9E5E-BC71-2D1D5A778A43}"/>
                </a:ext>
              </a:extLst>
            </p:cNvPr>
            <p:cNvSpPr/>
            <p:nvPr/>
          </p:nvSpPr>
          <p:spPr>
            <a:xfrm>
              <a:off x="3270550" y="865975"/>
              <a:ext cx="463725" cy="449725"/>
            </a:xfrm>
            <a:custGeom>
              <a:avLst/>
              <a:gdLst/>
              <a:ahLst/>
              <a:cxnLst/>
              <a:rect l="l" t="t" r="r" b="b"/>
              <a:pathLst>
                <a:path w="18549" h="17989" extrusionOk="0">
                  <a:moveTo>
                    <a:pt x="4823" y="1361"/>
                  </a:moveTo>
                  <a:lnTo>
                    <a:pt x="9177" y="8619"/>
                  </a:lnTo>
                  <a:cubicBezTo>
                    <a:pt x="9237" y="8716"/>
                    <a:pt x="9325" y="8794"/>
                    <a:pt x="9427" y="8843"/>
                  </a:cubicBezTo>
                  <a:lnTo>
                    <a:pt x="17136" y="12345"/>
                  </a:lnTo>
                  <a:cubicBezTo>
                    <a:pt x="15653" y="15102"/>
                    <a:pt x="12779" y="16856"/>
                    <a:pt x="9663" y="16856"/>
                  </a:cubicBezTo>
                  <a:cubicBezTo>
                    <a:pt x="4958" y="16856"/>
                    <a:pt x="1133" y="13031"/>
                    <a:pt x="1133" y="8326"/>
                  </a:cubicBezTo>
                  <a:cubicBezTo>
                    <a:pt x="1133" y="5573"/>
                    <a:pt x="2534" y="2952"/>
                    <a:pt x="4823" y="1361"/>
                  </a:cubicBezTo>
                  <a:close/>
                  <a:moveTo>
                    <a:pt x="5005" y="0"/>
                  </a:moveTo>
                  <a:cubicBezTo>
                    <a:pt x="4907" y="0"/>
                    <a:pt x="4807" y="26"/>
                    <a:pt x="4717" y="80"/>
                  </a:cubicBezTo>
                  <a:cubicBezTo>
                    <a:pt x="3313" y="926"/>
                    <a:pt x="2141" y="2106"/>
                    <a:pt x="1311" y="3516"/>
                  </a:cubicBezTo>
                  <a:cubicBezTo>
                    <a:pt x="453" y="4975"/>
                    <a:pt x="1" y="6636"/>
                    <a:pt x="1" y="8326"/>
                  </a:cubicBezTo>
                  <a:cubicBezTo>
                    <a:pt x="1" y="10896"/>
                    <a:pt x="1009" y="13321"/>
                    <a:pt x="2839" y="15150"/>
                  </a:cubicBezTo>
                  <a:cubicBezTo>
                    <a:pt x="4669" y="16980"/>
                    <a:pt x="7093" y="17989"/>
                    <a:pt x="9663" y="17989"/>
                  </a:cubicBezTo>
                  <a:cubicBezTo>
                    <a:pt x="13410" y="17989"/>
                    <a:pt x="16846" y="15757"/>
                    <a:pt x="18419" y="12306"/>
                  </a:cubicBezTo>
                  <a:cubicBezTo>
                    <a:pt x="18549" y="12022"/>
                    <a:pt x="18422" y="11687"/>
                    <a:pt x="18138" y="11557"/>
                  </a:cubicBezTo>
                  <a:lnTo>
                    <a:pt x="10058" y="7886"/>
                  </a:lnTo>
                  <a:lnTo>
                    <a:pt x="5493" y="277"/>
                  </a:lnTo>
                  <a:cubicBezTo>
                    <a:pt x="5387" y="99"/>
                    <a:pt x="5198" y="0"/>
                    <a:pt x="5005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2" name="Google Shape;10080;p85">
              <a:extLst>
                <a:ext uri="{FF2B5EF4-FFF2-40B4-BE49-F238E27FC236}">
                  <a16:creationId xmlns:a16="http://schemas.microsoft.com/office/drawing/2014/main" id="{6586FF2F-5D51-A75C-7CD5-C86413848A86}"/>
                </a:ext>
              </a:extLst>
            </p:cNvPr>
            <p:cNvSpPr/>
            <p:nvPr/>
          </p:nvSpPr>
          <p:spPr>
            <a:xfrm>
              <a:off x="3562600" y="876075"/>
              <a:ext cx="207325" cy="241775"/>
            </a:xfrm>
            <a:custGeom>
              <a:avLst/>
              <a:gdLst/>
              <a:ahLst/>
              <a:cxnLst/>
              <a:rect l="l" t="t" r="r" b="b"/>
              <a:pathLst>
                <a:path w="8293" h="9671" extrusionOk="0">
                  <a:moveTo>
                    <a:pt x="4204" y="1437"/>
                  </a:moveTo>
                  <a:cubicBezTo>
                    <a:pt x="5680" y="2826"/>
                    <a:pt x="6517" y="4764"/>
                    <a:pt x="6511" y="6790"/>
                  </a:cubicBezTo>
                  <a:cubicBezTo>
                    <a:pt x="6511" y="7300"/>
                    <a:pt x="6459" y="7811"/>
                    <a:pt x="6354" y="8309"/>
                  </a:cubicBezTo>
                  <a:lnTo>
                    <a:pt x="1468" y="6090"/>
                  </a:lnTo>
                  <a:lnTo>
                    <a:pt x="4204" y="1437"/>
                  </a:lnTo>
                  <a:close/>
                  <a:moveTo>
                    <a:pt x="4060" y="1"/>
                  </a:moveTo>
                  <a:cubicBezTo>
                    <a:pt x="3867" y="1"/>
                    <a:pt x="3677" y="99"/>
                    <a:pt x="3570" y="280"/>
                  </a:cubicBezTo>
                  <a:lnTo>
                    <a:pt x="173" y="6056"/>
                  </a:lnTo>
                  <a:cubicBezTo>
                    <a:pt x="1" y="6346"/>
                    <a:pt x="119" y="6721"/>
                    <a:pt x="427" y="6860"/>
                  </a:cubicBezTo>
                  <a:lnTo>
                    <a:pt x="6499" y="9622"/>
                  </a:lnTo>
                  <a:cubicBezTo>
                    <a:pt x="6574" y="9656"/>
                    <a:pt x="6653" y="9671"/>
                    <a:pt x="6734" y="9671"/>
                  </a:cubicBezTo>
                  <a:cubicBezTo>
                    <a:pt x="6982" y="9671"/>
                    <a:pt x="7202" y="9508"/>
                    <a:pt x="7275" y="9269"/>
                  </a:cubicBezTo>
                  <a:cubicBezTo>
                    <a:pt x="8292" y="5921"/>
                    <a:pt x="7157" y="2291"/>
                    <a:pt x="4409" y="123"/>
                  </a:cubicBezTo>
                  <a:cubicBezTo>
                    <a:pt x="4305" y="40"/>
                    <a:pt x="4182" y="1"/>
                    <a:pt x="4060" y="1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3" name="Google Shape;10081;p85">
              <a:extLst>
                <a:ext uri="{FF2B5EF4-FFF2-40B4-BE49-F238E27FC236}">
                  <a16:creationId xmlns:a16="http://schemas.microsoft.com/office/drawing/2014/main" id="{99E2CB91-00D5-C687-5C1D-61791B172542}"/>
                </a:ext>
              </a:extLst>
            </p:cNvPr>
            <p:cNvSpPr/>
            <p:nvPr/>
          </p:nvSpPr>
          <p:spPr>
            <a:xfrm>
              <a:off x="3443500" y="832575"/>
              <a:ext cx="187300" cy="173625"/>
            </a:xfrm>
            <a:custGeom>
              <a:avLst/>
              <a:gdLst/>
              <a:ahLst/>
              <a:cxnLst/>
              <a:rect l="l" t="t" r="r" b="b"/>
              <a:pathLst>
                <a:path w="7492" h="6945" extrusionOk="0">
                  <a:moveTo>
                    <a:pt x="3877" y="1133"/>
                  </a:moveTo>
                  <a:cubicBezTo>
                    <a:pt x="4588" y="1133"/>
                    <a:pt x="5300" y="1235"/>
                    <a:pt x="5991" y="1440"/>
                  </a:cubicBezTo>
                  <a:lnTo>
                    <a:pt x="3735" y="5269"/>
                  </a:lnTo>
                  <a:lnTo>
                    <a:pt x="1492" y="1528"/>
                  </a:lnTo>
                  <a:cubicBezTo>
                    <a:pt x="2264" y="1265"/>
                    <a:pt x="3070" y="1133"/>
                    <a:pt x="3877" y="1133"/>
                  </a:cubicBezTo>
                  <a:close/>
                  <a:moveTo>
                    <a:pt x="3877" y="0"/>
                  </a:moveTo>
                  <a:cubicBezTo>
                    <a:pt x="2702" y="0"/>
                    <a:pt x="1528" y="243"/>
                    <a:pt x="432" y="728"/>
                  </a:cubicBezTo>
                  <a:cubicBezTo>
                    <a:pt x="121" y="867"/>
                    <a:pt x="0" y="1244"/>
                    <a:pt x="175" y="1537"/>
                  </a:cubicBezTo>
                  <a:lnTo>
                    <a:pt x="3255" y="6670"/>
                  </a:lnTo>
                  <a:cubicBezTo>
                    <a:pt x="3358" y="6839"/>
                    <a:pt x="3542" y="6945"/>
                    <a:pt x="3741" y="6945"/>
                  </a:cubicBezTo>
                  <a:lnTo>
                    <a:pt x="3744" y="6945"/>
                  </a:lnTo>
                  <a:cubicBezTo>
                    <a:pt x="3943" y="6945"/>
                    <a:pt x="4128" y="6839"/>
                    <a:pt x="4230" y="6667"/>
                  </a:cubicBezTo>
                  <a:lnTo>
                    <a:pt x="7313" y="1419"/>
                  </a:lnTo>
                  <a:cubicBezTo>
                    <a:pt x="7491" y="1120"/>
                    <a:pt x="7358" y="737"/>
                    <a:pt x="7038" y="607"/>
                  </a:cubicBezTo>
                  <a:cubicBezTo>
                    <a:pt x="6023" y="202"/>
                    <a:pt x="4950" y="0"/>
                    <a:pt x="3877" y="0"/>
                  </a:cubicBezTo>
                  <a:close/>
                </a:path>
              </a:pathLst>
            </a:cu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03" name="Google Shape;903;p55"/>
          <p:cNvGrpSpPr/>
          <p:nvPr/>
        </p:nvGrpSpPr>
        <p:grpSpPr>
          <a:xfrm rot="10800000">
            <a:off x="4305271" y="4810771"/>
            <a:ext cx="537556" cy="136576"/>
            <a:chOff x="2641350" y="846250"/>
            <a:chExt cx="413600" cy="105075"/>
          </a:xfrm>
        </p:grpSpPr>
        <p:sp>
          <p:nvSpPr>
            <p:cNvPr id="904" name="Google Shape;904;p55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55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55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55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08" name="Google Shape;908;p5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Date de intrare</a:t>
            </a:r>
            <a:endParaRPr dirty="0"/>
          </a:p>
        </p:txBody>
      </p:sp>
      <p:grpSp>
        <p:nvGrpSpPr>
          <p:cNvPr id="909" name="Google Shape;909;p55"/>
          <p:cNvGrpSpPr/>
          <p:nvPr/>
        </p:nvGrpSpPr>
        <p:grpSpPr>
          <a:xfrm>
            <a:off x="5704570" y="2554986"/>
            <a:ext cx="530895" cy="524521"/>
            <a:chOff x="-65131525" y="1914325"/>
            <a:chExt cx="316650" cy="316625"/>
          </a:xfrm>
        </p:grpSpPr>
        <p:sp>
          <p:nvSpPr>
            <p:cNvPr id="910" name="Google Shape;910;p55"/>
            <p:cNvSpPr/>
            <p:nvPr/>
          </p:nvSpPr>
          <p:spPr>
            <a:xfrm>
              <a:off x="-65024400" y="1949750"/>
              <a:ext cx="103175" cy="247350"/>
            </a:xfrm>
            <a:custGeom>
              <a:avLst/>
              <a:gdLst/>
              <a:ahLst/>
              <a:cxnLst/>
              <a:rect l="l" t="t" r="r" b="b"/>
              <a:pathLst>
                <a:path w="4127" h="9894" extrusionOk="0">
                  <a:moveTo>
                    <a:pt x="2048" y="1"/>
                  </a:moveTo>
                  <a:cubicBezTo>
                    <a:pt x="1859" y="1"/>
                    <a:pt x="1638" y="190"/>
                    <a:pt x="1638" y="379"/>
                  </a:cubicBezTo>
                  <a:lnTo>
                    <a:pt x="1638" y="851"/>
                  </a:lnTo>
                  <a:cubicBezTo>
                    <a:pt x="725" y="1040"/>
                    <a:pt x="0" y="1891"/>
                    <a:pt x="0" y="2868"/>
                  </a:cubicBezTo>
                  <a:cubicBezTo>
                    <a:pt x="0" y="3970"/>
                    <a:pt x="977" y="4632"/>
                    <a:pt x="1827" y="5262"/>
                  </a:cubicBezTo>
                  <a:cubicBezTo>
                    <a:pt x="2552" y="5829"/>
                    <a:pt x="3308" y="6333"/>
                    <a:pt x="3308" y="6995"/>
                  </a:cubicBezTo>
                  <a:cubicBezTo>
                    <a:pt x="3308" y="7656"/>
                    <a:pt x="2772" y="8255"/>
                    <a:pt x="2079" y="8255"/>
                  </a:cubicBezTo>
                  <a:cubicBezTo>
                    <a:pt x="1418" y="8255"/>
                    <a:pt x="851" y="7688"/>
                    <a:pt x="851" y="6995"/>
                  </a:cubicBezTo>
                  <a:cubicBezTo>
                    <a:pt x="851" y="6774"/>
                    <a:pt x="662" y="6617"/>
                    <a:pt x="441" y="6617"/>
                  </a:cubicBezTo>
                  <a:cubicBezTo>
                    <a:pt x="189" y="6617"/>
                    <a:pt x="32" y="6806"/>
                    <a:pt x="32" y="6995"/>
                  </a:cubicBezTo>
                  <a:cubicBezTo>
                    <a:pt x="32" y="7971"/>
                    <a:pt x="756" y="8854"/>
                    <a:pt x="1701" y="9011"/>
                  </a:cubicBezTo>
                  <a:lnTo>
                    <a:pt x="1701" y="9484"/>
                  </a:lnTo>
                  <a:cubicBezTo>
                    <a:pt x="1701" y="9704"/>
                    <a:pt x="1890" y="9893"/>
                    <a:pt x="2079" y="9893"/>
                  </a:cubicBezTo>
                  <a:cubicBezTo>
                    <a:pt x="2268" y="9893"/>
                    <a:pt x="2489" y="9704"/>
                    <a:pt x="2489" y="9484"/>
                  </a:cubicBezTo>
                  <a:lnTo>
                    <a:pt x="2489" y="9011"/>
                  </a:lnTo>
                  <a:cubicBezTo>
                    <a:pt x="3434" y="8791"/>
                    <a:pt x="4127" y="7971"/>
                    <a:pt x="4127" y="6995"/>
                  </a:cubicBezTo>
                  <a:cubicBezTo>
                    <a:pt x="4127" y="5892"/>
                    <a:pt x="3151" y="5231"/>
                    <a:pt x="2331" y="4600"/>
                  </a:cubicBezTo>
                  <a:cubicBezTo>
                    <a:pt x="1575" y="4033"/>
                    <a:pt x="819" y="3529"/>
                    <a:pt x="819" y="2868"/>
                  </a:cubicBezTo>
                  <a:cubicBezTo>
                    <a:pt x="788" y="2143"/>
                    <a:pt x="1386" y="1607"/>
                    <a:pt x="2048" y="1607"/>
                  </a:cubicBezTo>
                  <a:cubicBezTo>
                    <a:pt x="2709" y="1607"/>
                    <a:pt x="3277" y="2143"/>
                    <a:pt x="3277" y="2868"/>
                  </a:cubicBezTo>
                  <a:cubicBezTo>
                    <a:pt x="3277" y="3088"/>
                    <a:pt x="3466" y="3246"/>
                    <a:pt x="3686" y="3246"/>
                  </a:cubicBezTo>
                  <a:cubicBezTo>
                    <a:pt x="3938" y="3246"/>
                    <a:pt x="4096" y="3057"/>
                    <a:pt x="4096" y="2868"/>
                  </a:cubicBezTo>
                  <a:cubicBezTo>
                    <a:pt x="4096" y="1891"/>
                    <a:pt x="3371" y="1009"/>
                    <a:pt x="2426" y="851"/>
                  </a:cubicBezTo>
                  <a:lnTo>
                    <a:pt x="2426" y="379"/>
                  </a:lnTo>
                  <a:cubicBezTo>
                    <a:pt x="2426" y="158"/>
                    <a:pt x="2237" y="1"/>
                    <a:pt x="204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55"/>
            <p:cNvSpPr/>
            <p:nvPr/>
          </p:nvSpPr>
          <p:spPr>
            <a:xfrm>
              <a:off x="-65131525" y="1914325"/>
              <a:ext cx="316650" cy="316625"/>
            </a:xfrm>
            <a:custGeom>
              <a:avLst/>
              <a:gdLst/>
              <a:ahLst/>
              <a:cxnLst/>
              <a:rect l="l" t="t" r="r" b="b"/>
              <a:pathLst>
                <a:path w="12666" h="12665" extrusionOk="0">
                  <a:moveTo>
                    <a:pt x="6333" y="819"/>
                  </a:moveTo>
                  <a:cubicBezTo>
                    <a:pt x="9357" y="819"/>
                    <a:pt x="11846" y="3308"/>
                    <a:pt x="11846" y="6332"/>
                  </a:cubicBezTo>
                  <a:cubicBezTo>
                    <a:pt x="11846" y="9357"/>
                    <a:pt x="9357" y="11846"/>
                    <a:pt x="6333" y="11846"/>
                  </a:cubicBezTo>
                  <a:cubicBezTo>
                    <a:pt x="3308" y="11846"/>
                    <a:pt x="819" y="9357"/>
                    <a:pt x="819" y="6332"/>
                  </a:cubicBezTo>
                  <a:cubicBezTo>
                    <a:pt x="819" y="3308"/>
                    <a:pt x="3308" y="819"/>
                    <a:pt x="6333" y="819"/>
                  </a:cubicBezTo>
                  <a:close/>
                  <a:moveTo>
                    <a:pt x="6333" y="0"/>
                  </a:moveTo>
                  <a:cubicBezTo>
                    <a:pt x="2836" y="0"/>
                    <a:pt x="0" y="2835"/>
                    <a:pt x="0" y="6332"/>
                  </a:cubicBezTo>
                  <a:cubicBezTo>
                    <a:pt x="0" y="9830"/>
                    <a:pt x="2836" y="12665"/>
                    <a:pt x="6333" y="12665"/>
                  </a:cubicBezTo>
                  <a:cubicBezTo>
                    <a:pt x="9830" y="12665"/>
                    <a:pt x="12665" y="9830"/>
                    <a:pt x="12665" y="6332"/>
                  </a:cubicBezTo>
                  <a:cubicBezTo>
                    <a:pt x="12665" y="2835"/>
                    <a:pt x="9830" y="0"/>
                    <a:pt x="633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2" name="Google Shape;912;p55"/>
          <p:cNvGrpSpPr/>
          <p:nvPr/>
        </p:nvGrpSpPr>
        <p:grpSpPr>
          <a:xfrm>
            <a:off x="7057720" y="2554918"/>
            <a:ext cx="580442" cy="524514"/>
            <a:chOff x="-62518200" y="2692475"/>
            <a:chExt cx="318225" cy="289100"/>
          </a:xfrm>
        </p:grpSpPr>
        <p:sp>
          <p:nvSpPr>
            <p:cNvPr id="913" name="Google Shape;913;p55"/>
            <p:cNvSpPr/>
            <p:nvPr/>
          </p:nvSpPr>
          <p:spPr>
            <a:xfrm>
              <a:off x="-62518200" y="2692475"/>
              <a:ext cx="318225" cy="289100"/>
            </a:xfrm>
            <a:custGeom>
              <a:avLst/>
              <a:gdLst/>
              <a:ahLst/>
              <a:cxnLst/>
              <a:rect l="l" t="t" r="r" b="b"/>
              <a:pathLst>
                <a:path w="12729" h="11564" extrusionOk="0">
                  <a:moveTo>
                    <a:pt x="3750" y="851"/>
                  </a:moveTo>
                  <a:cubicBezTo>
                    <a:pt x="5420" y="851"/>
                    <a:pt x="6617" y="1513"/>
                    <a:pt x="6617" y="2112"/>
                  </a:cubicBezTo>
                  <a:cubicBezTo>
                    <a:pt x="6617" y="2679"/>
                    <a:pt x="5420" y="3309"/>
                    <a:pt x="3750" y="3309"/>
                  </a:cubicBezTo>
                  <a:cubicBezTo>
                    <a:pt x="2206" y="3309"/>
                    <a:pt x="851" y="2679"/>
                    <a:pt x="851" y="2112"/>
                  </a:cubicBezTo>
                  <a:cubicBezTo>
                    <a:pt x="851" y="1481"/>
                    <a:pt x="2112" y="851"/>
                    <a:pt x="3750" y="851"/>
                  </a:cubicBezTo>
                  <a:close/>
                  <a:moveTo>
                    <a:pt x="6617" y="3403"/>
                  </a:moveTo>
                  <a:lnTo>
                    <a:pt x="6617" y="3781"/>
                  </a:lnTo>
                  <a:cubicBezTo>
                    <a:pt x="5829" y="4222"/>
                    <a:pt x="5199" y="4884"/>
                    <a:pt x="4821" y="5672"/>
                  </a:cubicBezTo>
                  <a:cubicBezTo>
                    <a:pt x="4475" y="5766"/>
                    <a:pt x="4096" y="5766"/>
                    <a:pt x="3750" y="5766"/>
                  </a:cubicBezTo>
                  <a:cubicBezTo>
                    <a:pt x="2206" y="5766"/>
                    <a:pt x="851" y="5136"/>
                    <a:pt x="851" y="4506"/>
                  </a:cubicBezTo>
                  <a:lnTo>
                    <a:pt x="851" y="3403"/>
                  </a:lnTo>
                  <a:cubicBezTo>
                    <a:pt x="1639" y="3939"/>
                    <a:pt x="2742" y="4159"/>
                    <a:pt x="3750" y="4159"/>
                  </a:cubicBezTo>
                  <a:cubicBezTo>
                    <a:pt x="4727" y="4159"/>
                    <a:pt x="5829" y="3939"/>
                    <a:pt x="6617" y="3403"/>
                  </a:cubicBezTo>
                  <a:close/>
                  <a:moveTo>
                    <a:pt x="883" y="5913"/>
                  </a:moveTo>
                  <a:cubicBezTo>
                    <a:pt x="1396" y="6254"/>
                    <a:pt x="2361" y="6617"/>
                    <a:pt x="3750" y="6617"/>
                  </a:cubicBezTo>
                  <a:cubicBezTo>
                    <a:pt x="4033" y="6617"/>
                    <a:pt x="4254" y="6617"/>
                    <a:pt x="4538" y="6585"/>
                  </a:cubicBezTo>
                  <a:lnTo>
                    <a:pt x="4538" y="6585"/>
                  </a:lnTo>
                  <a:cubicBezTo>
                    <a:pt x="4475" y="6869"/>
                    <a:pt x="4475" y="7184"/>
                    <a:pt x="4475" y="7467"/>
                  </a:cubicBezTo>
                  <a:cubicBezTo>
                    <a:pt x="4475" y="7719"/>
                    <a:pt x="4506" y="7971"/>
                    <a:pt x="4538" y="8255"/>
                  </a:cubicBezTo>
                  <a:cubicBezTo>
                    <a:pt x="4317" y="8287"/>
                    <a:pt x="4033" y="8287"/>
                    <a:pt x="3781" y="8287"/>
                  </a:cubicBezTo>
                  <a:cubicBezTo>
                    <a:pt x="2269" y="8287"/>
                    <a:pt x="883" y="7656"/>
                    <a:pt x="883" y="7026"/>
                  </a:cubicBezTo>
                  <a:lnTo>
                    <a:pt x="883" y="5913"/>
                  </a:lnTo>
                  <a:close/>
                  <a:moveTo>
                    <a:pt x="851" y="8350"/>
                  </a:moveTo>
                  <a:cubicBezTo>
                    <a:pt x="1639" y="8917"/>
                    <a:pt x="2773" y="9106"/>
                    <a:pt x="3750" y="9106"/>
                  </a:cubicBezTo>
                  <a:cubicBezTo>
                    <a:pt x="4096" y="9106"/>
                    <a:pt x="4412" y="9074"/>
                    <a:pt x="4727" y="9043"/>
                  </a:cubicBezTo>
                  <a:cubicBezTo>
                    <a:pt x="4979" y="9547"/>
                    <a:pt x="5294" y="10019"/>
                    <a:pt x="5672" y="10397"/>
                  </a:cubicBezTo>
                  <a:cubicBezTo>
                    <a:pt x="5136" y="10649"/>
                    <a:pt x="4475" y="10775"/>
                    <a:pt x="3750" y="10775"/>
                  </a:cubicBezTo>
                  <a:cubicBezTo>
                    <a:pt x="2112" y="10775"/>
                    <a:pt x="851" y="10082"/>
                    <a:pt x="851" y="9547"/>
                  </a:cubicBezTo>
                  <a:lnTo>
                    <a:pt x="851" y="8350"/>
                  </a:lnTo>
                  <a:close/>
                  <a:moveTo>
                    <a:pt x="8570" y="4159"/>
                  </a:moveTo>
                  <a:cubicBezTo>
                    <a:pt x="10366" y="4159"/>
                    <a:pt x="11878" y="5640"/>
                    <a:pt x="11878" y="7467"/>
                  </a:cubicBezTo>
                  <a:cubicBezTo>
                    <a:pt x="11878" y="9263"/>
                    <a:pt x="10366" y="10775"/>
                    <a:pt x="8570" y="10775"/>
                  </a:cubicBezTo>
                  <a:cubicBezTo>
                    <a:pt x="6743" y="10775"/>
                    <a:pt x="5262" y="9263"/>
                    <a:pt x="5262" y="7467"/>
                  </a:cubicBezTo>
                  <a:cubicBezTo>
                    <a:pt x="5262" y="5609"/>
                    <a:pt x="6743" y="4159"/>
                    <a:pt x="8570" y="4159"/>
                  </a:cubicBezTo>
                  <a:close/>
                  <a:moveTo>
                    <a:pt x="3781" y="1"/>
                  </a:moveTo>
                  <a:cubicBezTo>
                    <a:pt x="1797" y="1"/>
                    <a:pt x="64" y="851"/>
                    <a:pt x="64" y="2112"/>
                  </a:cubicBezTo>
                  <a:lnTo>
                    <a:pt x="64" y="9547"/>
                  </a:lnTo>
                  <a:cubicBezTo>
                    <a:pt x="1" y="10082"/>
                    <a:pt x="442" y="10649"/>
                    <a:pt x="1230" y="11027"/>
                  </a:cubicBezTo>
                  <a:cubicBezTo>
                    <a:pt x="1891" y="11405"/>
                    <a:pt x="2805" y="11563"/>
                    <a:pt x="3750" y="11563"/>
                  </a:cubicBezTo>
                  <a:cubicBezTo>
                    <a:pt x="4790" y="11563"/>
                    <a:pt x="5735" y="11311"/>
                    <a:pt x="6428" y="10964"/>
                  </a:cubicBezTo>
                  <a:cubicBezTo>
                    <a:pt x="7058" y="11342"/>
                    <a:pt x="7814" y="11563"/>
                    <a:pt x="8602" y="11563"/>
                  </a:cubicBezTo>
                  <a:cubicBezTo>
                    <a:pt x="10870" y="11563"/>
                    <a:pt x="12729" y="9704"/>
                    <a:pt x="12729" y="7404"/>
                  </a:cubicBezTo>
                  <a:cubicBezTo>
                    <a:pt x="12729" y="5136"/>
                    <a:pt x="10870" y="3277"/>
                    <a:pt x="8602" y="3277"/>
                  </a:cubicBezTo>
                  <a:cubicBezTo>
                    <a:pt x="8192" y="3277"/>
                    <a:pt x="7846" y="3309"/>
                    <a:pt x="7499" y="3435"/>
                  </a:cubicBezTo>
                  <a:lnTo>
                    <a:pt x="7499" y="2049"/>
                  </a:lnTo>
                  <a:cubicBezTo>
                    <a:pt x="7499" y="1481"/>
                    <a:pt x="7058" y="914"/>
                    <a:pt x="6302" y="536"/>
                  </a:cubicBezTo>
                  <a:cubicBezTo>
                    <a:pt x="5640" y="158"/>
                    <a:pt x="4727" y="1"/>
                    <a:pt x="378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55"/>
            <p:cNvSpPr/>
            <p:nvPr/>
          </p:nvSpPr>
          <p:spPr>
            <a:xfrm>
              <a:off x="-62335475" y="2804325"/>
              <a:ext cx="62250" cy="146525"/>
            </a:xfrm>
            <a:custGeom>
              <a:avLst/>
              <a:gdLst/>
              <a:ahLst/>
              <a:cxnLst/>
              <a:rect l="l" t="t" r="r" b="b"/>
              <a:pathLst>
                <a:path w="2490" h="5861" extrusionOk="0">
                  <a:moveTo>
                    <a:pt x="1261" y="0"/>
                  </a:moveTo>
                  <a:cubicBezTo>
                    <a:pt x="1009" y="0"/>
                    <a:pt x="820" y="189"/>
                    <a:pt x="820" y="410"/>
                  </a:cubicBezTo>
                  <a:lnTo>
                    <a:pt x="820" y="694"/>
                  </a:lnTo>
                  <a:cubicBezTo>
                    <a:pt x="348" y="851"/>
                    <a:pt x="1" y="1324"/>
                    <a:pt x="1" y="1891"/>
                  </a:cubicBezTo>
                  <a:cubicBezTo>
                    <a:pt x="1" y="2552"/>
                    <a:pt x="537" y="2930"/>
                    <a:pt x="978" y="3245"/>
                  </a:cubicBezTo>
                  <a:cubicBezTo>
                    <a:pt x="1293" y="3497"/>
                    <a:pt x="1639" y="3718"/>
                    <a:pt x="1639" y="3970"/>
                  </a:cubicBezTo>
                  <a:cubicBezTo>
                    <a:pt x="1671" y="4254"/>
                    <a:pt x="1482" y="4411"/>
                    <a:pt x="1261" y="4411"/>
                  </a:cubicBezTo>
                  <a:cubicBezTo>
                    <a:pt x="1009" y="4411"/>
                    <a:pt x="820" y="4191"/>
                    <a:pt x="820" y="3970"/>
                  </a:cubicBezTo>
                  <a:cubicBezTo>
                    <a:pt x="820" y="3718"/>
                    <a:pt x="631" y="3529"/>
                    <a:pt x="411" y="3529"/>
                  </a:cubicBezTo>
                  <a:cubicBezTo>
                    <a:pt x="190" y="3529"/>
                    <a:pt x="1" y="3718"/>
                    <a:pt x="1" y="3970"/>
                  </a:cubicBezTo>
                  <a:cubicBezTo>
                    <a:pt x="1" y="4506"/>
                    <a:pt x="348" y="4947"/>
                    <a:pt x="820" y="5136"/>
                  </a:cubicBezTo>
                  <a:lnTo>
                    <a:pt x="820" y="5419"/>
                  </a:lnTo>
                  <a:cubicBezTo>
                    <a:pt x="820" y="5671"/>
                    <a:pt x="1009" y="5860"/>
                    <a:pt x="1261" y="5860"/>
                  </a:cubicBezTo>
                  <a:cubicBezTo>
                    <a:pt x="1482" y="5860"/>
                    <a:pt x="1639" y="5671"/>
                    <a:pt x="1639" y="5419"/>
                  </a:cubicBezTo>
                  <a:lnTo>
                    <a:pt x="1639" y="5136"/>
                  </a:lnTo>
                  <a:cubicBezTo>
                    <a:pt x="2112" y="4978"/>
                    <a:pt x="2458" y="4506"/>
                    <a:pt x="2458" y="3970"/>
                  </a:cubicBezTo>
                  <a:cubicBezTo>
                    <a:pt x="2458" y="3308"/>
                    <a:pt x="1923" y="2899"/>
                    <a:pt x="1482" y="2584"/>
                  </a:cubicBezTo>
                  <a:cubicBezTo>
                    <a:pt x="1167" y="2363"/>
                    <a:pt x="820" y="2111"/>
                    <a:pt x="820" y="1891"/>
                  </a:cubicBezTo>
                  <a:cubicBezTo>
                    <a:pt x="820" y="1639"/>
                    <a:pt x="1009" y="1450"/>
                    <a:pt x="1261" y="1450"/>
                  </a:cubicBezTo>
                  <a:cubicBezTo>
                    <a:pt x="1482" y="1450"/>
                    <a:pt x="1639" y="1639"/>
                    <a:pt x="1639" y="1891"/>
                  </a:cubicBezTo>
                  <a:cubicBezTo>
                    <a:pt x="1639" y="2111"/>
                    <a:pt x="1860" y="2300"/>
                    <a:pt x="2049" y="2300"/>
                  </a:cubicBezTo>
                  <a:cubicBezTo>
                    <a:pt x="2269" y="2300"/>
                    <a:pt x="2490" y="2111"/>
                    <a:pt x="2490" y="1891"/>
                  </a:cubicBezTo>
                  <a:cubicBezTo>
                    <a:pt x="2490" y="1324"/>
                    <a:pt x="2112" y="883"/>
                    <a:pt x="1639" y="694"/>
                  </a:cubicBezTo>
                  <a:lnTo>
                    <a:pt x="1639" y="410"/>
                  </a:lnTo>
                  <a:cubicBezTo>
                    <a:pt x="1639" y="189"/>
                    <a:pt x="1450" y="0"/>
                    <a:pt x="126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5" name="Google Shape;915;p55"/>
          <p:cNvGrpSpPr/>
          <p:nvPr/>
        </p:nvGrpSpPr>
        <p:grpSpPr>
          <a:xfrm>
            <a:off x="1599000" y="2554802"/>
            <a:ext cx="524499" cy="524498"/>
            <a:chOff x="-62150375" y="2664925"/>
            <a:chExt cx="316650" cy="318225"/>
          </a:xfrm>
        </p:grpSpPr>
        <p:sp>
          <p:nvSpPr>
            <p:cNvPr id="916" name="Google Shape;916;p55"/>
            <p:cNvSpPr/>
            <p:nvPr/>
          </p:nvSpPr>
          <p:spPr>
            <a:xfrm>
              <a:off x="-62150375" y="2961850"/>
              <a:ext cx="316650" cy="21300"/>
            </a:xfrm>
            <a:custGeom>
              <a:avLst/>
              <a:gdLst/>
              <a:ahLst/>
              <a:cxnLst/>
              <a:rect l="l" t="t" r="r" b="b"/>
              <a:pathLst>
                <a:path w="12666" h="852" extrusionOk="0">
                  <a:moveTo>
                    <a:pt x="379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379" y="851"/>
                  </a:cubicBezTo>
                  <a:lnTo>
                    <a:pt x="12225" y="851"/>
                  </a:lnTo>
                  <a:cubicBezTo>
                    <a:pt x="12477" y="851"/>
                    <a:pt x="12634" y="662"/>
                    <a:pt x="12634" y="410"/>
                  </a:cubicBezTo>
                  <a:cubicBezTo>
                    <a:pt x="12666" y="158"/>
                    <a:pt x="12477" y="0"/>
                    <a:pt x="1222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55"/>
            <p:cNvSpPr/>
            <p:nvPr/>
          </p:nvSpPr>
          <p:spPr>
            <a:xfrm>
              <a:off x="-62150375" y="2838200"/>
              <a:ext cx="82725" cy="102400"/>
            </a:xfrm>
            <a:custGeom>
              <a:avLst/>
              <a:gdLst/>
              <a:ahLst/>
              <a:cxnLst/>
              <a:rect l="l" t="t" r="r" b="b"/>
              <a:pathLst>
                <a:path w="3309" h="4096" extrusionOk="0">
                  <a:moveTo>
                    <a:pt x="2363" y="756"/>
                  </a:moveTo>
                  <a:cubicBezTo>
                    <a:pt x="2427" y="756"/>
                    <a:pt x="2521" y="851"/>
                    <a:pt x="2521" y="914"/>
                  </a:cubicBezTo>
                  <a:lnTo>
                    <a:pt x="2521" y="3119"/>
                  </a:lnTo>
                  <a:cubicBezTo>
                    <a:pt x="2521" y="3214"/>
                    <a:pt x="2427" y="3245"/>
                    <a:pt x="2363" y="3245"/>
                  </a:cubicBezTo>
                  <a:lnTo>
                    <a:pt x="977" y="3245"/>
                  </a:lnTo>
                  <a:cubicBezTo>
                    <a:pt x="883" y="3245"/>
                    <a:pt x="820" y="3151"/>
                    <a:pt x="820" y="3119"/>
                  </a:cubicBezTo>
                  <a:lnTo>
                    <a:pt x="820" y="914"/>
                  </a:lnTo>
                  <a:cubicBezTo>
                    <a:pt x="820" y="851"/>
                    <a:pt x="883" y="756"/>
                    <a:pt x="977" y="756"/>
                  </a:cubicBezTo>
                  <a:close/>
                  <a:moveTo>
                    <a:pt x="946" y="0"/>
                  </a:moveTo>
                  <a:cubicBezTo>
                    <a:pt x="379" y="0"/>
                    <a:pt x="1" y="441"/>
                    <a:pt x="1" y="945"/>
                  </a:cubicBezTo>
                  <a:lnTo>
                    <a:pt x="1" y="3151"/>
                  </a:lnTo>
                  <a:cubicBezTo>
                    <a:pt x="1" y="3686"/>
                    <a:pt x="410" y="4096"/>
                    <a:pt x="946" y="4096"/>
                  </a:cubicBezTo>
                  <a:lnTo>
                    <a:pt x="2300" y="4096"/>
                  </a:lnTo>
                  <a:cubicBezTo>
                    <a:pt x="2868" y="4096"/>
                    <a:pt x="3309" y="3686"/>
                    <a:pt x="3309" y="3151"/>
                  </a:cubicBezTo>
                  <a:lnTo>
                    <a:pt x="3309" y="945"/>
                  </a:lnTo>
                  <a:cubicBezTo>
                    <a:pt x="3309" y="410"/>
                    <a:pt x="2868" y="0"/>
                    <a:pt x="230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55"/>
            <p:cNvSpPr/>
            <p:nvPr/>
          </p:nvSpPr>
          <p:spPr>
            <a:xfrm>
              <a:off x="-62033800" y="2664925"/>
              <a:ext cx="82725" cy="274900"/>
            </a:xfrm>
            <a:custGeom>
              <a:avLst/>
              <a:gdLst/>
              <a:ahLst/>
              <a:cxnLst/>
              <a:rect l="l" t="t" r="r" b="b"/>
              <a:pathLst>
                <a:path w="3309" h="10996" extrusionOk="0">
                  <a:moveTo>
                    <a:pt x="2332" y="788"/>
                  </a:moveTo>
                  <a:cubicBezTo>
                    <a:pt x="2426" y="851"/>
                    <a:pt x="2489" y="882"/>
                    <a:pt x="2489" y="945"/>
                  </a:cubicBezTo>
                  <a:lnTo>
                    <a:pt x="2489" y="10050"/>
                  </a:lnTo>
                  <a:cubicBezTo>
                    <a:pt x="2489" y="10145"/>
                    <a:pt x="2426" y="10176"/>
                    <a:pt x="2332" y="10176"/>
                  </a:cubicBezTo>
                  <a:lnTo>
                    <a:pt x="946" y="10176"/>
                  </a:lnTo>
                  <a:cubicBezTo>
                    <a:pt x="882" y="10176"/>
                    <a:pt x="851" y="10082"/>
                    <a:pt x="851" y="10050"/>
                  </a:cubicBezTo>
                  <a:lnTo>
                    <a:pt x="851" y="945"/>
                  </a:lnTo>
                  <a:cubicBezTo>
                    <a:pt x="851" y="882"/>
                    <a:pt x="914" y="788"/>
                    <a:pt x="946" y="788"/>
                  </a:cubicBezTo>
                  <a:close/>
                  <a:moveTo>
                    <a:pt x="946" y="0"/>
                  </a:moveTo>
                  <a:cubicBezTo>
                    <a:pt x="410" y="0"/>
                    <a:pt x="0" y="441"/>
                    <a:pt x="0" y="945"/>
                  </a:cubicBezTo>
                  <a:lnTo>
                    <a:pt x="0" y="10050"/>
                  </a:lnTo>
                  <a:cubicBezTo>
                    <a:pt x="0" y="10617"/>
                    <a:pt x="441" y="10995"/>
                    <a:pt x="946" y="10995"/>
                  </a:cubicBezTo>
                  <a:lnTo>
                    <a:pt x="2332" y="10995"/>
                  </a:lnTo>
                  <a:cubicBezTo>
                    <a:pt x="2899" y="10995"/>
                    <a:pt x="3308" y="10554"/>
                    <a:pt x="3308" y="10050"/>
                  </a:cubicBezTo>
                  <a:lnTo>
                    <a:pt x="3308" y="945"/>
                  </a:lnTo>
                  <a:cubicBezTo>
                    <a:pt x="3308" y="410"/>
                    <a:pt x="2899" y="0"/>
                    <a:pt x="233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55"/>
            <p:cNvSpPr/>
            <p:nvPr/>
          </p:nvSpPr>
          <p:spPr>
            <a:xfrm>
              <a:off x="-61917225" y="2754700"/>
              <a:ext cx="83500" cy="185900"/>
            </a:xfrm>
            <a:custGeom>
              <a:avLst/>
              <a:gdLst/>
              <a:ahLst/>
              <a:cxnLst/>
              <a:rect l="l" t="t" r="r" b="b"/>
              <a:pathLst>
                <a:path w="3340" h="7436" extrusionOk="0">
                  <a:moveTo>
                    <a:pt x="2394" y="788"/>
                  </a:moveTo>
                  <a:cubicBezTo>
                    <a:pt x="2489" y="788"/>
                    <a:pt x="2520" y="883"/>
                    <a:pt x="2520" y="946"/>
                  </a:cubicBezTo>
                  <a:lnTo>
                    <a:pt x="2520" y="6459"/>
                  </a:lnTo>
                  <a:cubicBezTo>
                    <a:pt x="2520" y="6554"/>
                    <a:pt x="2426" y="6585"/>
                    <a:pt x="2394" y="6585"/>
                  </a:cubicBezTo>
                  <a:lnTo>
                    <a:pt x="1008" y="6585"/>
                  </a:lnTo>
                  <a:cubicBezTo>
                    <a:pt x="945" y="6585"/>
                    <a:pt x="851" y="6491"/>
                    <a:pt x="851" y="6459"/>
                  </a:cubicBezTo>
                  <a:lnTo>
                    <a:pt x="851" y="946"/>
                  </a:lnTo>
                  <a:cubicBezTo>
                    <a:pt x="851" y="883"/>
                    <a:pt x="945" y="788"/>
                    <a:pt x="1008" y="788"/>
                  </a:cubicBezTo>
                  <a:close/>
                  <a:moveTo>
                    <a:pt x="977" y="1"/>
                  </a:moveTo>
                  <a:cubicBezTo>
                    <a:pt x="441" y="1"/>
                    <a:pt x="0" y="442"/>
                    <a:pt x="0" y="977"/>
                  </a:cubicBezTo>
                  <a:lnTo>
                    <a:pt x="0" y="6491"/>
                  </a:lnTo>
                  <a:cubicBezTo>
                    <a:pt x="0" y="7058"/>
                    <a:pt x="441" y="7436"/>
                    <a:pt x="977" y="7436"/>
                  </a:cubicBezTo>
                  <a:lnTo>
                    <a:pt x="2363" y="7436"/>
                  </a:lnTo>
                  <a:cubicBezTo>
                    <a:pt x="2899" y="7436"/>
                    <a:pt x="3308" y="7026"/>
                    <a:pt x="3308" y="6491"/>
                  </a:cubicBezTo>
                  <a:lnTo>
                    <a:pt x="3308" y="977"/>
                  </a:lnTo>
                  <a:cubicBezTo>
                    <a:pt x="3340" y="442"/>
                    <a:pt x="2899" y="1"/>
                    <a:pt x="2363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0" name="Google Shape;920;p55"/>
          <p:cNvGrpSpPr/>
          <p:nvPr/>
        </p:nvGrpSpPr>
        <p:grpSpPr>
          <a:xfrm>
            <a:off x="878338" y="983704"/>
            <a:ext cx="913425" cy="370975"/>
            <a:chOff x="6514150" y="4420266"/>
            <a:chExt cx="913425" cy="370975"/>
          </a:xfrm>
        </p:grpSpPr>
        <p:sp>
          <p:nvSpPr>
            <p:cNvPr id="921" name="Google Shape;921;p55"/>
            <p:cNvSpPr/>
            <p:nvPr/>
          </p:nvSpPr>
          <p:spPr>
            <a:xfrm>
              <a:off x="6938875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55"/>
            <p:cNvSpPr/>
            <p:nvPr/>
          </p:nvSpPr>
          <p:spPr>
            <a:xfrm>
              <a:off x="6514150" y="4420266"/>
              <a:ext cx="488700" cy="370975"/>
            </a:xfrm>
            <a:custGeom>
              <a:avLst/>
              <a:gdLst/>
              <a:ahLst/>
              <a:cxnLst/>
              <a:rect l="l" t="t" r="r" b="b"/>
              <a:pathLst>
                <a:path w="19548" h="14839" extrusionOk="0">
                  <a:moveTo>
                    <a:pt x="8160" y="1"/>
                  </a:moveTo>
                  <a:lnTo>
                    <a:pt x="1" y="14838"/>
                  </a:lnTo>
                  <a:lnTo>
                    <a:pt x="11388" y="14838"/>
                  </a:lnTo>
                  <a:lnTo>
                    <a:pt x="19547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3" name="Google Shape;923;p55"/>
          <p:cNvGrpSpPr/>
          <p:nvPr/>
        </p:nvGrpSpPr>
        <p:grpSpPr>
          <a:xfrm>
            <a:off x="2960919" y="2555055"/>
            <a:ext cx="524504" cy="524520"/>
            <a:chOff x="-63666550" y="2278975"/>
            <a:chExt cx="319800" cy="318625"/>
          </a:xfrm>
        </p:grpSpPr>
        <p:sp>
          <p:nvSpPr>
            <p:cNvPr id="924" name="Google Shape;924;p55"/>
            <p:cNvSpPr/>
            <p:nvPr/>
          </p:nvSpPr>
          <p:spPr>
            <a:xfrm>
              <a:off x="-63481450" y="2309700"/>
              <a:ext cx="62225" cy="146525"/>
            </a:xfrm>
            <a:custGeom>
              <a:avLst/>
              <a:gdLst/>
              <a:ahLst/>
              <a:cxnLst/>
              <a:rect l="l" t="t" r="r" b="b"/>
              <a:pathLst>
                <a:path w="2489" h="5861" extrusionOk="0">
                  <a:moveTo>
                    <a:pt x="1229" y="0"/>
                  </a:moveTo>
                  <a:cubicBezTo>
                    <a:pt x="977" y="0"/>
                    <a:pt x="819" y="189"/>
                    <a:pt x="819" y="441"/>
                  </a:cubicBezTo>
                  <a:lnTo>
                    <a:pt x="819" y="694"/>
                  </a:lnTo>
                  <a:cubicBezTo>
                    <a:pt x="347" y="883"/>
                    <a:pt x="0" y="1324"/>
                    <a:pt x="0" y="1891"/>
                  </a:cubicBezTo>
                  <a:cubicBezTo>
                    <a:pt x="0" y="2552"/>
                    <a:pt x="536" y="2962"/>
                    <a:pt x="977" y="3277"/>
                  </a:cubicBezTo>
                  <a:cubicBezTo>
                    <a:pt x="1292" y="3497"/>
                    <a:pt x="1638" y="3749"/>
                    <a:pt x="1638" y="3970"/>
                  </a:cubicBezTo>
                  <a:cubicBezTo>
                    <a:pt x="1607" y="4254"/>
                    <a:pt x="1418" y="4411"/>
                    <a:pt x="1197" y="4411"/>
                  </a:cubicBezTo>
                  <a:cubicBezTo>
                    <a:pt x="977" y="4411"/>
                    <a:pt x="819" y="4222"/>
                    <a:pt x="819" y="3970"/>
                  </a:cubicBezTo>
                  <a:cubicBezTo>
                    <a:pt x="819" y="3749"/>
                    <a:pt x="630" y="3560"/>
                    <a:pt x="410" y="3560"/>
                  </a:cubicBezTo>
                  <a:cubicBezTo>
                    <a:pt x="189" y="3560"/>
                    <a:pt x="0" y="3749"/>
                    <a:pt x="0" y="3970"/>
                  </a:cubicBezTo>
                  <a:cubicBezTo>
                    <a:pt x="0" y="4537"/>
                    <a:pt x="347" y="4978"/>
                    <a:pt x="819" y="5167"/>
                  </a:cubicBezTo>
                  <a:lnTo>
                    <a:pt x="819" y="5419"/>
                  </a:lnTo>
                  <a:cubicBezTo>
                    <a:pt x="819" y="5671"/>
                    <a:pt x="1008" y="5860"/>
                    <a:pt x="1197" y="5860"/>
                  </a:cubicBezTo>
                  <a:cubicBezTo>
                    <a:pt x="1449" y="5860"/>
                    <a:pt x="1638" y="5671"/>
                    <a:pt x="1638" y="5419"/>
                  </a:cubicBezTo>
                  <a:lnTo>
                    <a:pt x="1638" y="5167"/>
                  </a:lnTo>
                  <a:cubicBezTo>
                    <a:pt x="2111" y="5010"/>
                    <a:pt x="2489" y="4537"/>
                    <a:pt x="2489" y="3970"/>
                  </a:cubicBezTo>
                  <a:cubicBezTo>
                    <a:pt x="2489" y="3308"/>
                    <a:pt x="1922" y="2930"/>
                    <a:pt x="1481" y="2615"/>
                  </a:cubicBezTo>
                  <a:cubicBezTo>
                    <a:pt x="1166" y="2363"/>
                    <a:pt x="819" y="2143"/>
                    <a:pt x="819" y="1891"/>
                  </a:cubicBezTo>
                  <a:cubicBezTo>
                    <a:pt x="819" y="1670"/>
                    <a:pt x="1008" y="1450"/>
                    <a:pt x="1229" y="1450"/>
                  </a:cubicBezTo>
                  <a:cubicBezTo>
                    <a:pt x="1449" y="1450"/>
                    <a:pt x="1638" y="1670"/>
                    <a:pt x="1638" y="1891"/>
                  </a:cubicBezTo>
                  <a:cubicBezTo>
                    <a:pt x="1638" y="2111"/>
                    <a:pt x="1859" y="2332"/>
                    <a:pt x="2048" y="2332"/>
                  </a:cubicBezTo>
                  <a:cubicBezTo>
                    <a:pt x="2269" y="2332"/>
                    <a:pt x="2489" y="2111"/>
                    <a:pt x="2489" y="1891"/>
                  </a:cubicBezTo>
                  <a:cubicBezTo>
                    <a:pt x="2489" y="1324"/>
                    <a:pt x="2111" y="914"/>
                    <a:pt x="1638" y="694"/>
                  </a:cubicBezTo>
                  <a:lnTo>
                    <a:pt x="1638" y="441"/>
                  </a:lnTo>
                  <a:cubicBezTo>
                    <a:pt x="1638" y="189"/>
                    <a:pt x="1449" y="0"/>
                    <a:pt x="1229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55"/>
            <p:cNvSpPr/>
            <p:nvPr/>
          </p:nvSpPr>
          <p:spPr>
            <a:xfrm>
              <a:off x="-63666550" y="2278975"/>
              <a:ext cx="319800" cy="318625"/>
            </a:xfrm>
            <a:custGeom>
              <a:avLst/>
              <a:gdLst/>
              <a:ahLst/>
              <a:cxnLst/>
              <a:rect l="l" t="t" r="r" b="b"/>
              <a:pathLst>
                <a:path w="12792" h="12745" extrusionOk="0">
                  <a:moveTo>
                    <a:pt x="8601" y="914"/>
                  </a:moveTo>
                  <a:cubicBezTo>
                    <a:pt x="10429" y="914"/>
                    <a:pt x="11909" y="2427"/>
                    <a:pt x="11909" y="4222"/>
                  </a:cubicBezTo>
                  <a:cubicBezTo>
                    <a:pt x="11909" y="6050"/>
                    <a:pt x="10429" y="7530"/>
                    <a:pt x="8601" y="7530"/>
                  </a:cubicBezTo>
                  <a:cubicBezTo>
                    <a:pt x="7971" y="7530"/>
                    <a:pt x="7404" y="7373"/>
                    <a:pt x="6869" y="7026"/>
                  </a:cubicBezTo>
                  <a:lnTo>
                    <a:pt x="7089" y="6270"/>
                  </a:lnTo>
                  <a:cubicBezTo>
                    <a:pt x="7144" y="5997"/>
                    <a:pt x="6938" y="5748"/>
                    <a:pt x="6677" y="5748"/>
                  </a:cubicBezTo>
                  <a:cubicBezTo>
                    <a:pt x="6637" y="5748"/>
                    <a:pt x="6596" y="5754"/>
                    <a:pt x="6554" y="5766"/>
                  </a:cubicBezTo>
                  <a:lnTo>
                    <a:pt x="5829" y="5955"/>
                  </a:lnTo>
                  <a:cubicBezTo>
                    <a:pt x="5514" y="5451"/>
                    <a:pt x="5293" y="4852"/>
                    <a:pt x="5293" y="4222"/>
                  </a:cubicBezTo>
                  <a:cubicBezTo>
                    <a:pt x="5293" y="2364"/>
                    <a:pt x="6774" y="914"/>
                    <a:pt x="8601" y="914"/>
                  </a:cubicBezTo>
                  <a:close/>
                  <a:moveTo>
                    <a:pt x="6050" y="6711"/>
                  </a:moveTo>
                  <a:lnTo>
                    <a:pt x="5041" y="10303"/>
                  </a:lnTo>
                  <a:lnTo>
                    <a:pt x="4789" y="9421"/>
                  </a:lnTo>
                  <a:cubicBezTo>
                    <a:pt x="4749" y="9221"/>
                    <a:pt x="4571" y="9098"/>
                    <a:pt x="4389" y="9098"/>
                  </a:cubicBezTo>
                  <a:cubicBezTo>
                    <a:pt x="4284" y="9098"/>
                    <a:pt x="4177" y="9139"/>
                    <a:pt x="4096" y="9232"/>
                  </a:cubicBezTo>
                  <a:lnTo>
                    <a:pt x="1418" y="11910"/>
                  </a:lnTo>
                  <a:lnTo>
                    <a:pt x="820" y="11311"/>
                  </a:lnTo>
                  <a:lnTo>
                    <a:pt x="3529" y="8665"/>
                  </a:lnTo>
                  <a:cubicBezTo>
                    <a:pt x="3781" y="8444"/>
                    <a:pt x="3655" y="8034"/>
                    <a:pt x="3340" y="7971"/>
                  </a:cubicBezTo>
                  <a:lnTo>
                    <a:pt x="2458" y="7719"/>
                  </a:lnTo>
                  <a:lnTo>
                    <a:pt x="6050" y="6711"/>
                  </a:lnTo>
                  <a:close/>
                  <a:moveTo>
                    <a:pt x="8664" y="1"/>
                  </a:moveTo>
                  <a:cubicBezTo>
                    <a:pt x="6365" y="1"/>
                    <a:pt x="4506" y="1860"/>
                    <a:pt x="4506" y="4159"/>
                  </a:cubicBezTo>
                  <a:cubicBezTo>
                    <a:pt x="4506" y="4852"/>
                    <a:pt x="4663" y="5514"/>
                    <a:pt x="5041" y="6113"/>
                  </a:cubicBezTo>
                  <a:lnTo>
                    <a:pt x="820" y="7341"/>
                  </a:lnTo>
                  <a:cubicBezTo>
                    <a:pt x="631" y="7373"/>
                    <a:pt x="505" y="7562"/>
                    <a:pt x="505" y="7719"/>
                  </a:cubicBezTo>
                  <a:cubicBezTo>
                    <a:pt x="505" y="7940"/>
                    <a:pt x="631" y="8097"/>
                    <a:pt x="820" y="8129"/>
                  </a:cubicBezTo>
                  <a:lnTo>
                    <a:pt x="2458" y="8570"/>
                  </a:lnTo>
                  <a:lnTo>
                    <a:pt x="316" y="10712"/>
                  </a:lnTo>
                  <a:cubicBezTo>
                    <a:pt x="1" y="11027"/>
                    <a:pt x="1" y="11563"/>
                    <a:pt x="316" y="11910"/>
                  </a:cubicBezTo>
                  <a:lnTo>
                    <a:pt x="883" y="12508"/>
                  </a:lnTo>
                  <a:cubicBezTo>
                    <a:pt x="1040" y="12666"/>
                    <a:pt x="1253" y="12744"/>
                    <a:pt x="1469" y="12744"/>
                  </a:cubicBezTo>
                  <a:cubicBezTo>
                    <a:pt x="1686" y="12744"/>
                    <a:pt x="1907" y="12666"/>
                    <a:pt x="2080" y="12508"/>
                  </a:cubicBezTo>
                  <a:lnTo>
                    <a:pt x="4254" y="10334"/>
                  </a:lnTo>
                  <a:lnTo>
                    <a:pt x="4663" y="11973"/>
                  </a:lnTo>
                  <a:cubicBezTo>
                    <a:pt x="4727" y="12181"/>
                    <a:pt x="4906" y="12292"/>
                    <a:pt x="5078" y="12292"/>
                  </a:cubicBezTo>
                  <a:cubicBezTo>
                    <a:pt x="5244" y="12292"/>
                    <a:pt x="5405" y="12189"/>
                    <a:pt x="5451" y="11973"/>
                  </a:cubicBezTo>
                  <a:lnTo>
                    <a:pt x="6680" y="7782"/>
                  </a:lnTo>
                  <a:cubicBezTo>
                    <a:pt x="7278" y="8097"/>
                    <a:pt x="7940" y="8286"/>
                    <a:pt x="8664" y="8286"/>
                  </a:cubicBezTo>
                  <a:cubicBezTo>
                    <a:pt x="10933" y="8286"/>
                    <a:pt x="12792" y="6428"/>
                    <a:pt x="12792" y="4159"/>
                  </a:cubicBezTo>
                  <a:cubicBezTo>
                    <a:pt x="12792" y="1860"/>
                    <a:pt x="10933" y="1"/>
                    <a:pt x="8664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26" name="Google Shape;926;p55"/>
          <p:cNvGrpSpPr/>
          <p:nvPr/>
        </p:nvGrpSpPr>
        <p:grpSpPr>
          <a:xfrm>
            <a:off x="4308625" y="2554754"/>
            <a:ext cx="524500" cy="524489"/>
            <a:chOff x="6479471" y="2079003"/>
            <a:chExt cx="348923" cy="348706"/>
          </a:xfrm>
        </p:grpSpPr>
        <p:sp>
          <p:nvSpPr>
            <p:cNvPr id="927" name="Google Shape;927;p55"/>
            <p:cNvSpPr/>
            <p:nvPr/>
          </p:nvSpPr>
          <p:spPr>
            <a:xfrm>
              <a:off x="6479471" y="2200291"/>
              <a:ext cx="38170" cy="22566"/>
            </a:xfrm>
            <a:custGeom>
              <a:avLst/>
              <a:gdLst/>
              <a:ahLst/>
              <a:cxnLst/>
              <a:rect l="l" t="t" r="r" b="b"/>
              <a:pathLst>
                <a:path w="1387" h="820" extrusionOk="0">
                  <a:moveTo>
                    <a:pt x="379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1" y="630"/>
                    <a:pt x="190" y="819"/>
                    <a:pt x="379" y="819"/>
                  </a:cubicBezTo>
                  <a:lnTo>
                    <a:pt x="946" y="819"/>
                  </a:lnTo>
                  <a:cubicBezTo>
                    <a:pt x="1166" y="819"/>
                    <a:pt x="1387" y="630"/>
                    <a:pt x="1387" y="378"/>
                  </a:cubicBezTo>
                  <a:cubicBezTo>
                    <a:pt x="1387" y="189"/>
                    <a:pt x="1166" y="0"/>
                    <a:pt x="94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8" name="Google Shape;928;p55"/>
            <p:cNvGrpSpPr/>
            <p:nvPr/>
          </p:nvGrpSpPr>
          <p:grpSpPr>
            <a:xfrm>
              <a:off x="6520582" y="2079003"/>
              <a:ext cx="307811" cy="348706"/>
              <a:chOff x="-60218325" y="2304850"/>
              <a:chExt cx="279625" cy="316775"/>
            </a:xfrm>
          </p:grpSpPr>
          <p:sp>
            <p:nvSpPr>
              <p:cNvPr id="929" name="Google Shape;929;p55"/>
              <p:cNvSpPr/>
              <p:nvPr/>
            </p:nvSpPr>
            <p:spPr>
              <a:xfrm>
                <a:off x="-60218325" y="2304850"/>
                <a:ext cx="235525" cy="316775"/>
              </a:xfrm>
              <a:custGeom>
                <a:avLst/>
                <a:gdLst/>
                <a:ahLst/>
                <a:cxnLst/>
                <a:rect l="l" t="t" r="r" b="b"/>
                <a:pathLst>
                  <a:path w="9421" h="12671" extrusionOk="0">
                    <a:moveTo>
                      <a:pt x="4884" y="825"/>
                    </a:moveTo>
                    <a:cubicBezTo>
                      <a:pt x="6994" y="825"/>
                      <a:pt x="8633" y="2463"/>
                      <a:pt x="8633" y="4542"/>
                    </a:cubicBezTo>
                    <a:cubicBezTo>
                      <a:pt x="8570" y="6023"/>
                      <a:pt x="7688" y="7378"/>
                      <a:pt x="6364" y="7945"/>
                    </a:cubicBezTo>
                    <a:cubicBezTo>
                      <a:pt x="6207" y="8039"/>
                      <a:pt x="6112" y="8165"/>
                      <a:pt x="6112" y="8354"/>
                    </a:cubicBezTo>
                    <a:lnTo>
                      <a:pt x="6112" y="8543"/>
                    </a:lnTo>
                    <a:lnTo>
                      <a:pt x="3623" y="8543"/>
                    </a:lnTo>
                    <a:lnTo>
                      <a:pt x="3623" y="8354"/>
                    </a:lnTo>
                    <a:cubicBezTo>
                      <a:pt x="3623" y="8197"/>
                      <a:pt x="3560" y="8039"/>
                      <a:pt x="3403" y="7945"/>
                    </a:cubicBezTo>
                    <a:cubicBezTo>
                      <a:pt x="1828" y="7251"/>
                      <a:pt x="914" y="5582"/>
                      <a:pt x="1229" y="3880"/>
                    </a:cubicBezTo>
                    <a:cubicBezTo>
                      <a:pt x="1481" y="2431"/>
                      <a:pt x="2647" y="1203"/>
                      <a:pt x="4096" y="888"/>
                    </a:cubicBezTo>
                    <a:cubicBezTo>
                      <a:pt x="4379" y="856"/>
                      <a:pt x="4663" y="825"/>
                      <a:pt x="4884" y="825"/>
                    </a:cubicBezTo>
                    <a:close/>
                    <a:moveTo>
                      <a:pt x="6081" y="9362"/>
                    </a:moveTo>
                    <a:lnTo>
                      <a:pt x="6081" y="10213"/>
                    </a:lnTo>
                    <a:lnTo>
                      <a:pt x="3592" y="10213"/>
                    </a:lnTo>
                    <a:lnTo>
                      <a:pt x="3592" y="9362"/>
                    </a:lnTo>
                    <a:close/>
                    <a:moveTo>
                      <a:pt x="5986" y="11032"/>
                    </a:moveTo>
                    <a:cubicBezTo>
                      <a:pt x="5829" y="11505"/>
                      <a:pt x="5419" y="11851"/>
                      <a:pt x="4852" y="11851"/>
                    </a:cubicBezTo>
                    <a:cubicBezTo>
                      <a:pt x="4316" y="11851"/>
                      <a:pt x="3875" y="11505"/>
                      <a:pt x="3686" y="11032"/>
                    </a:cubicBezTo>
                    <a:close/>
                    <a:moveTo>
                      <a:pt x="4842" y="0"/>
                    </a:moveTo>
                    <a:cubicBezTo>
                      <a:pt x="4526" y="0"/>
                      <a:pt x="4202" y="32"/>
                      <a:pt x="3875" y="100"/>
                    </a:cubicBezTo>
                    <a:cubicBezTo>
                      <a:pt x="2111" y="509"/>
                      <a:pt x="693" y="1959"/>
                      <a:pt x="378" y="3723"/>
                    </a:cubicBezTo>
                    <a:cubicBezTo>
                      <a:pt x="0" y="5834"/>
                      <a:pt x="1071" y="7724"/>
                      <a:pt x="2773" y="8575"/>
                    </a:cubicBezTo>
                    <a:lnTo>
                      <a:pt x="2773" y="10591"/>
                    </a:lnTo>
                    <a:cubicBezTo>
                      <a:pt x="2773" y="11725"/>
                      <a:pt x="3718" y="12670"/>
                      <a:pt x="4852" y="12670"/>
                    </a:cubicBezTo>
                    <a:cubicBezTo>
                      <a:pt x="5986" y="12670"/>
                      <a:pt x="6963" y="11725"/>
                      <a:pt x="6963" y="10591"/>
                    </a:cubicBezTo>
                    <a:lnTo>
                      <a:pt x="6963" y="8575"/>
                    </a:lnTo>
                    <a:cubicBezTo>
                      <a:pt x="8444" y="7787"/>
                      <a:pt x="9420" y="6243"/>
                      <a:pt x="9420" y="4511"/>
                    </a:cubicBezTo>
                    <a:cubicBezTo>
                      <a:pt x="9392" y="1995"/>
                      <a:pt x="7331" y="0"/>
                      <a:pt x="484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55"/>
              <p:cNvSpPr/>
              <p:nvPr/>
            </p:nvSpPr>
            <p:spPr>
              <a:xfrm>
                <a:off x="-60127750" y="2347500"/>
                <a:ext cx="62250" cy="145750"/>
              </a:xfrm>
              <a:custGeom>
                <a:avLst/>
                <a:gdLst/>
                <a:ahLst/>
                <a:cxnLst/>
                <a:rect l="l" t="t" r="r" b="b"/>
                <a:pathLst>
                  <a:path w="2490" h="5830" extrusionOk="0">
                    <a:moveTo>
                      <a:pt x="1229" y="1"/>
                    </a:moveTo>
                    <a:cubicBezTo>
                      <a:pt x="1009" y="1"/>
                      <a:pt x="851" y="190"/>
                      <a:pt x="851" y="379"/>
                    </a:cubicBezTo>
                    <a:lnTo>
                      <a:pt x="851" y="662"/>
                    </a:lnTo>
                    <a:cubicBezTo>
                      <a:pt x="378" y="820"/>
                      <a:pt x="0" y="1292"/>
                      <a:pt x="0" y="1828"/>
                    </a:cubicBezTo>
                    <a:cubicBezTo>
                      <a:pt x="0" y="2521"/>
                      <a:pt x="567" y="2899"/>
                      <a:pt x="1009" y="3214"/>
                    </a:cubicBezTo>
                    <a:cubicBezTo>
                      <a:pt x="1324" y="3466"/>
                      <a:pt x="1670" y="3687"/>
                      <a:pt x="1670" y="3939"/>
                    </a:cubicBezTo>
                    <a:cubicBezTo>
                      <a:pt x="1670" y="4159"/>
                      <a:pt x="1481" y="4348"/>
                      <a:pt x="1229" y="4348"/>
                    </a:cubicBezTo>
                    <a:cubicBezTo>
                      <a:pt x="1009" y="4348"/>
                      <a:pt x="851" y="4159"/>
                      <a:pt x="851" y="3939"/>
                    </a:cubicBezTo>
                    <a:cubicBezTo>
                      <a:pt x="851" y="3687"/>
                      <a:pt x="630" y="3498"/>
                      <a:pt x="441" y="3498"/>
                    </a:cubicBezTo>
                    <a:cubicBezTo>
                      <a:pt x="221" y="3498"/>
                      <a:pt x="0" y="3687"/>
                      <a:pt x="0" y="3939"/>
                    </a:cubicBezTo>
                    <a:cubicBezTo>
                      <a:pt x="0" y="4474"/>
                      <a:pt x="378" y="4915"/>
                      <a:pt x="851" y="5104"/>
                    </a:cubicBezTo>
                    <a:lnTo>
                      <a:pt x="851" y="5388"/>
                    </a:lnTo>
                    <a:cubicBezTo>
                      <a:pt x="851" y="5608"/>
                      <a:pt x="1040" y="5829"/>
                      <a:pt x="1229" y="5829"/>
                    </a:cubicBezTo>
                    <a:cubicBezTo>
                      <a:pt x="1481" y="5829"/>
                      <a:pt x="1670" y="5608"/>
                      <a:pt x="1670" y="5388"/>
                    </a:cubicBezTo>
                    <a:lnTo>
                      <a:pt x="1670" y="5104"/>
                    </a:lnTo>
                    <a:cubicBezTo>
                      <a:pt x="2143" y="4947"/>
                      <a:pt x="2489" y="4474"/>
                      <a:pt x="2489" y="3939"/>
                    </a:cubicBezTo>
                    <a:cubicBezTo>
                      <a:pt x="2489" y="3246"/>
                      <a:pt x="1954" y="2868"/>
                      <a:pt x="1513" y="2553"/>
                    </a:cubicBezTo>
                    <a:cubicBezTo>
                      <a:pt x="1198" y="2300"/>
                      <a:pt x="851" y="2080"/>
                      <a:pt x="851" y="1828"/>
                    </a:cubicBezTo>
                    <a:cubicBezTo>
                      <a:pt x="788" y="1607"/>
                      <a:pt x="1009" y="1418"/>
                      <a:pt x="1229" y="1418"/>
                    </a:cubicBezTo>
                    <a:cubicBezTo>
                      <a:pt x="1481" y="1418"/>
                      <a:pt x="1670" y="1607"/>
                      <a:pt x="1670" y="1828"/>
                    </a:cubicBezTo>
                    <a:cubicBezTo>
                      <a:pt x="1670" y="2080"/>
                      <a:pt x="1859" y="2269"/>
                      <a:pt x="2048" y="2269"/>
                    </a:cubicBezTo>
                    <a:cubicBezTo>
                      <a:pt x="2300" y="2269"/>
                      <a:pt x="2489" y="2080"/>
                      <a:pt x="2489" y="1828"/>
                    </a:cubicBezTo>
                    <a:cubicBezTo>
                      <a:pt x="2489" y="1292"/>
                      <a:pt x="2143" y="851"/>
                      <a:pt x="1670" y="662"/>
                    </a:cubicBezTo>
                    <a:lnTo>
                      <a:pt x="1670" y="379"/>
                    </a:lnTo>
                    <a:cubicBezTo>
                      <a:pt x="1670" y="158"/>
                      <a:pt x="1481" y="1"/>
                      <a:pt x="122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55"/>
              <p:cNvSpPr/>
              <p:nvPr/>
            </p:nvSpPr>
            <p:spPr>
              <a:xfrm>
                <a:off x="-60212825" y="2510750"/>
                <a:ext cx="32325" cy="30325"/>
              </a:xfrm>
              <a:custGeom>
                <a:avLst/>
                <a:gdLst/>
                <a:ahLst/>
                <a:cxnLst/>
                <a:rect l="l" t="t" r="r" b="b"/>
                <a:pathLst>
                  <a:path w="1293" h="1213" extrusionOk="0">
                    <a:moveTo>
                      <a:pt x="836" y="0"/>
                    </a:moveTo>
                    <a:cubicBezTo>
                      <a:pt x="725" y="0"/>
                      <a:pt x="615" y="39"/>
                      <a:pt x="536" y="118"/>
                    </a:cubicBezTo>
                    <a:lnTo>
                      <a:pt x="158" y="496"/>
                    </a:lnTo>
                    <a:cubicBezTo>
                      <a:pt x="1" y="654"/>
                      <a:pt x="1" y="906"/>
                      <a:pt x="158" y="1095"/>
                    </a:cubicBezTo>
                    <a:cubicBezTo>
                      <a:pt x="237" y="1174"/>
                      <a:pt x="340" y="1213"/>
                      <a:pt x="442" y="1213"/>
                    </a:cubicBezTo>
                    <a:cubicBezTo>
                      <a:pt x="544" y="1213"/>
                      <a:pt x="647" y="1174"/>
                      <a:pt x="725" y="1095"/>
                    </a:cubicBezTo>
                    <a:lnTo>
                      <a:pt x="1135" y="717"/>
                    </a:lnTo>
                    <a:cubicBezTo>
                      <a:pt x="1293" y="559"/>
                      <a:pt x="1293" y="276"/>
                      <a:pt x="1135" y="118"/>
                    </a:cubicBezTo>
                    <a:cubicBezTo>
                      <a:pt x="1056" y="39"/>
                      <a:pt x="946" y="0"/>
                      <a:pt x="83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55"/>
              <p:cNvSpPr/>
              <p:nvPr/>
            </p:nvSpPr>
            <p:spPr>
              <a:xfrm>
                <a:off x="-60012750" y="2310675"/>
                <a:ext cx="32300" cy="30350"/>
              </a:xfrm>
              <a:custGeom>
                <a:avLst/>
                <a:gdLst/>
                <a:ahLst/>
                <a:cxnLst/>
                <a:rect l="l" t="t" r="r" b="b"/>
                <a:pathLst>
                  <a:path w="1292" h="1214" extrusionOk="0">
                    <a:moveTo>
                      <a:pt x="835" y="1"/>
                    </a:moveTo>
                    <a:cubicBezTo>
                      <a:pt x="725" y="1"/>
                      <a:pt x="614" y="40"/>
                      <a:pt x="536" y="119"/>
                    </a:cubicBezTo>
                    <a:lnTo>
                      <a:pt x="126" y="528"/>
                    </a:lnTo>
                    <a:cubicBezTo>
                      <a:pt x="0" y="686"/>
                      <a:pt x="0" y="938"/>
                      <a:pt x="126" y="1096"/>
                    </a:cubicBezTo>
                    <a:cubicBezTo>
                      <a:pt x="205" y="1174"/>
                      <a:pt x="315" y="1214"/>
                      <a:pt x="425" y="1214"/>
                    </a:cubicBezTo>
                    <a:cubicBezTo>
                      <a:pt x="536" y="1214"/>
                      <a:pt x="646" y="1174"/>
                      <a:pt x="725" y="1096"/>
                    </a:cubicBezTo>
                    <a:lnTo>
                      <a:pt x="1134" y="718"/>
                    </a:lnTo>
                    <a:cubicBezTo>
                      <a:pt x="1292" y="560"/>
                      <a:pt x="1292" y="276"/>
                      <a:pt x="1134" y="119"/>
                    </a:cubicBezTo>
                    <a:cubicBezTo>
                      <a:pt x="1056" y="40"/>
                      <a:pt x="945" y="1"/>
                      <a:pt x="835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55"/>
              <p:cNvSpPr/>
              <p:nvPr/>
            </p:nvSpPr>
            <p:spPr>
              <a:xfrm>
                <a:off x="-60012750" y="2510750"/>
                <a:ext cx="32300" cy="30325"/>
              </a:xfrm>
              <a:custGeom>
                <a:avLst/>
                <a:gdLst/>
                <a:ahLst/>
                <a:cxnLst/>
                <a:rect l="l" t="t" r="r" b="b"/>
                <a:pathLst>
                  <a:path w="1292" h="1213" extrusionOk="0">
                    <a:moveTo>
                      <a:pt x="425" y="0"/>
                    </a:moveTo>
                    <a:cubicBezTo>
                      <a:pt x="315" y="0"/>
                      <a:pt x="205" y="39"/>
                      <a:pt x="126" y="118"/>
                    </a:cubicBezTo>
                    <a:cubicBezTo>
                      <a:pt x="0" y="276"/>
                      <a:pt x="0" y="559"/>
                      <a:pt x="126" y="717"/>
                    </a:cubicBezTo>
                    <a:lnTo>
                      <a:pt x="536" y="1095"/>
                    </a:lnTo>
                    <a:cubicBezTo>
                      <a:pt x="614" y="1174"/>
                      <a:pt x="725" y="1213"/>
                      <a:pt x="835" y="1213"/>
                    </a:cubicBezTo>
                    <a:cubicBezTo>
                      <a:pt x="945" y="1213"/>
                      <a:pt x="1056" y="1174"/>
                      <a:pt x="1134" y="1095"/>
                    </a:cubicBezTo>
                    <a:cubicBezTo>
                      <a:pt x="1292" y="937"/>
                      <a:pt x="1292" y="654"/>
                      <a:pt x="1134" y="496"/>
                    </a:cubicBezTo>
                    <a:lnTo>
                      <a:pt x="725" y="118"/>
                    </a:lnTo>
                    <a:cubicBezTo>
                      <a:pt x="646" y="39"/>
                      <a:pt x="536" y="0"/>
                      <a:pt x="42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55"/>
              <p:cNvSpPr/>
              <p:nvPr/>
            </p:nvSpPr>
            <p:spPr>
              <a:xfrm>
                <a:off x="-60212825" y="2310675"/>
                <a:ext cx="32325" cy="30350"/>
              </a:xfrm>
              <a:custGeom>
                <a:avLst/>
                <a:gdLst/>
                <a:ahLst/>
                <a:cxnLst/>
                <a:rect l="l" t="t" r="r" b="b"/>
                <a:pathLst>
                  <a:path w="1293" h="1214" extrusionOk="0">
                    <a:moveTo>
                      <a:pt x="442" y="1"/>
                    </a:moveTo>
                    <a:cubicBezTo>
                      <a:pt x="340" y="1"/>
                      <a:pt x="237" y="40"/>
                      <a:pt x="158" y="119"/>
                    </a:cubicBezTo>
                    <a:cubicBezTo>
                      <a:pt x="1" y="276"/>
                      <a:pt x="1" y="560"/>
                      <a:pt x="158" y="718"/>
                    </a:cubicBezTo>
                    <a:lnTo>
                      <a:pt x="536" y="1096"/>
                    </a:lnTo>
                    <a:cubicBezTo>
                      <a:pt x="615" y="1174"/>
                      <a:pt x="725" y="1214"/>
                      <a:pt x="836" y="1214"/>
                    </a:cubicBezTo>
                    <a:cubicBezTo>
                      <a:pt x="946" y="1214"/>
                      <a:pt x="1056" y="1174"/>
                      <a:pt x="1135" y="1096"/>
                    </a:cubicBezTo>
                    <a:cubicBezTo>
                      <a:pt x="1293" y="938"/>
                      <a:pt x="1293" y="686"/>
                      <a:pt x="1135" y="528"/>
                    </a:cubicBezTo>
                    <a:lnTo>
                      <a:pt x="725" y="119"/>
                    </a:lnTo>
                    <a:cubicBezTo>
                      <a:pt x="647" y="40"/>
                      <a:pt x="544" y="1"/>
                      <a:pt x="442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55"/>
              <p:cNvSpPr/>
              <p:nvPr/>
            </p:nvSpPr>
            <p:spPr>
              <a:xfrm>
                <a:off x="-59974175" y="2415250"/>
                <a:ext cx="35475" cy="20500"/>
              </a:xfrm>
              <a:custGeom>
                <a:avLst/>
                <a:gdLst/>
                <a:ahLst/>
                <a:cxnLst/>
                <a:rect l="l" t="t" r="r" b="b"/>
                <a:pathLst>
                  <a:path w="1419" h="820" extrusionOk="0">
                    <a:moveTo>
                      <a:pt x="442" y="0"/>
                    </a:moveTo>
                    <a:cubicBezTo>
                      <a:pt x="221" y="0"/>
                      <a:pt x="1" y="189"/>
                      <a:pt x="1" y="378"/>
                    </a:cubicBezTo>
                    <a:cubicBezTo>
                      <a:pt x="1" y="630"/>
                      <a:pt x="221" y="819"/>
                      <a:pt x="442" y="819"/>
                    </a:cubicBezTo>
                    <a:lnTo>
                      <a:pt x="1009" y="819"/>
                    </a:lnTo>
                    <a:cubicBezTo>
                      <a:pt x="1230" y="819"/>
                      <a:pt x="1387" y="630"/>
                      <a:pt x="1387" y="378"/>
                    </a:cubicBezTo>
                    <a:cubicBezTo>
                      <a:pt x="1419" y="189"/>
                      <a:pt x="1230" y="0"/>
                      <a:pt x="100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36" name="Google Shape;936;p55"/>
          <p:cNvGrpSpPr/>
          <p:nvPr/>
        </p:nvGrpSpPr>
        <p:grpSpPr>
          <a:xfrm>
            <a:off x="1687207" y="3240745"/>
            <a:ext cx="5774762" cy="219600"/>
            <a:chOff x="1687207" y="3240745"/>
            <a:chExt cx="5774762" cy="219600"/>
          </a:xfrm>
        </p:grpSpPr>
        <p:sp>
          <p:nvSpPr>
            <p:cNvPr id="937" name="Google Shape;937;p55"/>
            <p:cNvSpPr/>
            <p:nvPr/>
          </p:nvSpPr>
          <p:spPr>
            <a:xfrm>
              <a:off x="1687207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55"/>
            <p:cNvSpPr/>
            <p:nvPr/>
          </p:nvSpPr>
          <p:spPr>
            <a:xfrm>
              <a:off x="4466678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55"/>
            <p:cNvSpPr/>
            <p:nvPr/>
          </p:nvSpPr>
          <p:spPr>
            <a:xfrm>
              <a:off x="7246569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55"/>
            <p:cNvSpPr/>
            <p:nvPr/>
          </p:nvSpPr>
          <p:spPr>
            <a:xfrm>
              <a:off x="3076880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55"/>
            <p:cNvSpPr/>
            <p:nvPr/>
          </p:nvSpPr>
          <p:spPr>
            <a:xfrm>
              <a:off x="5856624" y="3240745"/>
              <a:ext cx="215400" cy="219600"/>
            </a:xfrm>
            <a:prstGeom prst="diamond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42" name="Google Shape;942;p55"/>
            <p:cNvCxnSpPr/>
            <p:nvPr/>
          </p:nvCxnSpPr>
          <p:spPr>
            <a:xfrm>
              <a:off x="2011233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3" name="Google Shape;943;p55"/>
            <p:cNvCxnSpPr/>
            <p:nvPr/>
          </p:nvCxnSpPr>
          <p:spPr>
            <a:xfrm>
              <a:off x="3400906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4" name="Google Shape;944;p55"/>
            <p:cNvCxnSpPr/>
            <p:nvPr/>
          </p:nvCxnSpPr>
          <p:spPr>
            <a:xfrm>
              <a:off x="4790851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945" name="Google Shape;945;p55"/>
            <p:cNvCxnSpPr/>
            <p:nvPr/>
          </p:nvCxnSpPr>
          <p:spPr>
            <a:xfrm>
              <a:off x="6180796" y="3350516"/>
              <a:ext cx="957000" cy="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946" name="Google Shape;946;p55"/>
          <p:cNvSpPr/>
          <p:nvPr/>
        </p:nvSpPr>
        <p:spPr>
          <a:xfrm>
            <a:off x="1460258" y="27334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7" name="Google Shape;947;p55"/>
          <p:cNvSpPr/>
          <p:nvPr/>
        </p:nvSpPr>
        <p:spPr>
          <a:xfrm>
            <a:off x="2889148" y="272887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8" name="Google Shape;948;p55"/>
          <p:cNvSpPr/>
          <p:nvPr/>
        </p:nvSpPr>
        <p:spPr>
          <a:xfrm>
            <a:off x="4348604" y="2448523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9" name="Google Shape;949;p55"/>
          <p:cNvSpPr/>
          <p:nvPr/>
        </p:nvSpPr>
        <p:spPr>
          <a:xfrm>
            <a:off x="5780254" y="24467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0" name="Google Shape;950;p55"/>
          <p:cNvSpPr/>
          <p:nvPr/>
        </p:nvSpPr>
        <p:spPr>
          <a:xfrm>
            <a:off x="7246689" y="2688464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2" name="Google Shape;952;p55"/>
          <p:cNvSpPr txBox="1"/>
          <p:nvPr/>
        </p:nvSpPr>
        <p:spPr>
          <a:xfrm>
            <a:off x="762108" y="3956817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Baza numerelor de inmatriculare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53" name="Google Shape;953;p55"/>
          <p:cNvSpPr txBox="1"/>
          <p:nvPr/>
        </p:nvSpPr>
        <p:spPr>
          <a:xfrm>
            <a:off x="2180759" y="1445700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Camere video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954" name="Google Shape;954;p55"/>
          <p:cNvSpPr txBox="1"/>
          <p:nvPr/>
        </p:nvSpPr>
        <p:spPr>
          <a:xfrm>
            <a:off x="2180759" y="1803250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Poza cu numerele de inmatriculare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55" name="Google Shape;955;p55"/>
          <p:cNvSpPr txBox="1"/>
          <p:nvPr/>
        </p:nvSpPr>
        <p:spPr>
          <a:xfrm>
            <a:off x="3563821" y="3641442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Baze de date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956" name="Google Shape;956;p55"/>
          <p:cNvSpPr txBox="1"/>
          <p:nvPr/>
        </p:nvSpPr>
        <p:spPr>
          <a:xfrm>
            <a:off x="3563821" y="3956817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Baza judetelor cu ,,scorul” fiecaruia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57" name="Google Shape;957;p55"/>
          <p:cNvSpPr txBox="1"/>
          <p:nvPr/>
        </p:nvSpPr>
        <p:spPr>
          <a:xfrm>
            <a:off x="4954610" y="1446713"/>
            <a:ext cx="2016900" cy="3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chemeClr val="accent2"/>
                </a:solidFill>
                <a:latin typeface="Bebas Neue"/>
                <a:ea typeface="Bebas Neue"/>
                <a:cs typeface="Bebas Neue"/>
                <a:sym typeface="Bebas Neue"/>
              </a:rPr>
              <a:t>Locatie </a:t>
            </a:r>
            <a:endParaRPr sz="2500" dirty="0">
              <a:solidFill>
                <a:schemeClr val="accent2"/>
              </a:solidFill>
              <a:latin typeface="Bebas Neue"/>
              <a:ea typeface="Bebas Neue"/>
              <a:cs typeface="Bebas Neue"/>
              <a:sym typeface="Bebas Neue"/>
            </a:endParaRPr>
          </a:p>
        </p:txBody>
      </p:sp>
      <p:sp>
        <p:nvSpPr>
          <p:cNvPr id="958" name="Google Shape;958;p55"/>
          <p:cNvSpPr txBox="1"/>
          <p:nvPr/>
        </p:nvSpPr>
        <p:spPr>
          <a:xfrm>
            <a:off x="4954610" y="1762088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Pozitia masinii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960" name="Google Shape;960;p55"/>
          <p:cNvSpPr txBox="1"/>
          <p:nvPr/>
        </p:nvSpPr>
        <p:spPr>
          <a:xfrm>
            <a:off x="6348522" y="3956817"/>
            <a:ext cx="2016900" cy="6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Baza de date cu istoricul soferilor</a:t>
            </a:r>
            <a:endParaRPr dirty="0">
              <a:solidFill>
                <a:schemeClr val="accent2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6A57F-C094-7182-4B0A-5A92AEB48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intrare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B1E0836-EA55-61DF-89BB-85E7DD9DF7C6}"/>
              </a:ext>
            </a:extLst>
          </p:cNvPr>
          <p:cNvSpPr txBox="1"/>
          <p:nvPr/>
        </p:nvSpPr>
        <p:spPr>
          <a:xfrm>
            <a:off x="1412488" y="1754459"/>
            <a:ext cx="639336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Datele</a:t>
            </a:r>
            <a:r>
              <a:rPr lang="en-US" dirty="0"/>
              <a:t> </a:t>
            </a:r>
            <a:r>
              <a:rPr lang="en-US" dirty="0" err="1"/>
              <a:t>principale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</a:t>
            </a:r>
            <a:r>
              <a:rPr lang="en-US" dirty="0" err="1"/>
              <a:t>numere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, </a:t>
            </a:r>
            <a:r>
              <a:rPr lang="en-US" dirty="0" err="1"/>
              <a:t>softul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realizat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numere</a:t>
            </a:r>
            <a:r>
              <a:rPr lang="en-US" dirty="0"/>
              <a:t> de </a:t>
            </a:r>
            <a:r>
              <a:rPr lang="en-US" dirty="0" err="1"/>
              <a:t>inmatricule</a:t>
            </a:r>
            <a:r>
              <a:rPr lang="en-US" dirty="0"/>
              <a:t> din Romania de format classic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anume</a:t>
            </a:r>
            <a:r>
              <a:rPr lang="en-US" dirty="0"/>
              <a:t>:</a:t>
            </a:r>
          </a:p>
          <a:p>
            <a:r>
              <a:rPr lang="en-US" dirty="0"/>
              <a:t>-prima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reprezentand</a:t>
            </a:r>
            <a:r>
              <a:rPr lang="en-US" dirty="0"/>
              <a:t> </a:t>
            </a:r>
            <a:r>
              <a:rPr lang="en-US" dirty="0" err="1"/>
              <a:t>judetul</a:t>
            </a:r>
            <a:r>
              <a:rPr lang="en-US" dirty="0"/>
              <a:t> (B, TR, GR, IF etc.)</a:t>
            </a:r>
          </a:p>
          <a:p>
            <a:r>
              <a:rPr lang="en-US" dirty="0"/>
              <a:t>-a </a:t>
            </a:r>
            <a:r>
              <a:rPr lang="en-US" dirty="0" err="1"/>
              <a:t>doua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reprezentand</a:t>
            </a:r>
            <a:r>
              <a:rPr lang="en-US" dirty="0"/>
              <a:t> o </a:t>
            </a:r>
            <a:r>
              <a:rPr lang="en-US" dirty="0" err="1"/>
              <a:t>serie</a:t>
            </a:r>
            <a:r>
              <a:rPr lang="en-US" dirty="0"/>
              <a:t> de </a:t>
            </a:r>
            <a:r>
              <a:rPr lang="en-US" dirty="0" err="1"/>
              <a:t>cifre</a:t>
            </a:r>
            <a:r>
              <a:rPr lang="en-US" dirty="0"/>
              <a:t> </a:t>
            </a:r>
            <a:r>
              <a:rPr lang="en-US" dirty="0" err="1"/>
              <a:t>aleatorii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preferential </a:t>
            </a:r>
            <a:r>
              <a:rPr lang="en-US" dirty="0" err="1"/>
              <a:t>alese</a:t>
            </a:r>
            <a:r>
              <a:rPr lang="en-US" dirty="0"/>
              <a:t> de </a:t>
            </a:r>
            <a:r>
              <a:rPr lang="en-US" dirty="0" err="1"/>
              <a:t>soferi</a:t>
            </a:r>
            <a:r>
              <a:rPr lang="en-US" dirty="0"/>
              <a:t> ( la </a:t>
            </a:r>
            <a:r>
              <a:rPr lang="en-US" dirty="0" err="1"/>
              <a:t>judetele</a:t>
            </a:r>
            <a:r>
              <a:rPr lang="en-US" dirty="0"/>
              <a:t> cu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de o </a:t>
            </a:r>
            <a:r>
              <a:rPr lang="en-US" dirty="0" err="1"/>
              <a:t>litera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acceptat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format cu 2 </a:t>
            </a:r>
            <a:r>
              <a:rPr lang="en-US" dirty="0" err="1"/>
              <a:t>cifre</a:t>
            </a:r>
            <a:r>
              <a:rPr lang="en-US" dirty="0"/>
              <a:t>)</a:t>
            </a:r>
          </a:p>
          <a:p>
            <a:r>
              <a:rPr lang="en-US" dirty="0"/>
              <a:t>-ultima </a:t>
            </a:r>
            <a:r>
              <a:rPr lang="en-US" dirty="0" err="1"/>
              <a:t>parte</a:t>
            </a:r>
            <a:r>
              <a:rPr lang="en-US" dirty="0"/>
              <a:t> e </a:t>
            </a:r>
            <a:r>
              <a:rPr lang="en-US" dirty="0" err="1"/>
              <a:t>constituita</a:t>
            </a:r>
            <a:r>
              <a:rPr lang="en-US" dirty="0"/>
              <a:t> din 3 </a:t>
            </a:r>
            <a:r>
              <a:rPr lang="en-US" dirty="0" err="1"/>
              <a:t>litere</a:t>
            </a:r>
            <a:r>
              <a:rPr lang="en-US" dirty="0"/>
              <a:t> </a:t>
            </a:r>
            <a:r>
              <a:rPr lang="en-US" dirty="0" err="1"/>
              <a:t>aleatorii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alese</a:t>
            </a:r>
            <a:r>
              <a:rPr lang="en-US" dirty="0"/>
              <a:t> de </a:t>
            </a:r>
            <a:r>
              <a:rPr lang="en-US" dirty="0" err="1"/>
              <a:t>sofer</a:t>
            </a:r>
            <a:r>
              <a:rPr lang="en-US" dirty="0"/>
              <a:t>, </a:t>
            </a:r>
            <a:r>
              <a:rPr lang="en-US" dirty="0" err="1"/>
              <a:t>aplicandu</a:t>
            </a:r>
            <a:r>
              <a:rPr lang="en-US" dirty="0"/>
              <a:t>-se </a:t>
            </a:r>
            <a:r>
              <a:rPr lang="en-US" dirty="0" err="1"/>
              <a:t>anumite</a:t>
            </a:r>
            <a:r>
              <a:rPr lang="en-US" dirty="0"/>
              <a:t> </a:t>
            </a:r>
            <a:r>
              <a:rPr lang="en-US" dirty="0" err="1"/>
              <a:t>constrangeri</a:t>
            </a:r>
            <a:r>
              <a:rPr lang="en-US" dirty="0"/>
              <a:t> ( </a:t>
            </a:r>
            <a:r>
              <a:rPr lang="en-US" dirty="0" err="1"/>
              <a:t>fara</a:t>
            </a:r>
            <a:r>
              <a:rPr lang="en-US" dirty="0"/>
              <a:t> </a:t>
            </a:r>
            <a:r>
              <a:rPr lang="en-US" dirty="0" err="1"/>
              <a:t>litera</a:t>
            </a:r>
            <a:r>
              <a:rPr lang="en-US" dirty="0"/>
              <a:t> q la </a:t>
            </a:r>
            <a:r>
              <a:rPr lang="en-US" dirty="0" err="1"/>
              <a:t>inceput</a:t>
            </a:r>
            <a:r>
              <a:rPr lang="en-US" dirty="0"/>
              <a:t>,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fara</a:t>
            </a:r>
            <a:r>
              <a:rPr lang="en-US" dirty="0"/>
              <a:t> </a:t>
            </a:r>
            <a:r>
              <a:rPr lang="en-US" dirty="0" err="1"/>
              <a:t>cuvinte</a:t>
            </a:r>
            <a:r>
              <a:rPr lang="en-US" dirty="0"/>
              <a:t> obscene).</a:t>
            </a:r>
          </a:p>
          <a:p>
            <a:r>
              <a:rPr lang="en-US" dirty="0" err="1"/>
              <a:t>Numerele</a:t>
            </a:r>
            <a:r>
              <a:rPr lang="en-US" dirty="0"/>
              <a:t> auto </a:t>
            </a:r>
            <a:r>
              <a:rPr lang="en-US" dirty="0" err="1"/>
              <a:t>utilizate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generate cu AI, </a:t>
            </a:r>
            <a:r>
              <a:rPr lang="en-US" dirty="0" err="1"/>
              <a:t>neavand</a:t>
            </a:r>
            <a:r>
              <a:rPr lang="en-US" dirty="0"/>
              <a:t> access la o </a:t>
            </a:r>
            <a:r>
              <a:rPr lang="en-US" dirty="0" err="1"/>
              <a:t>baza</a:t>
            </a:r>
            <a:r>
              <a:rPr lang="en-US" dirty="0"/>
              <a:t> de date </a:t>
            </a:r>
            <a:r>
              <a:rPr lang="en-US" dirty="0" err="1"/>
              <a:t>precisa</a:t>
            </a:r>
            <a:r>
              <a:rPr lang="en-US" dirty="0"/>
              <a:t>.</a:t>
            </a:r>
          </a:p>
        </p:txBody>
      </p:sp>
      <p:pic>
        <p:nvPicPr>
          <p:cNvPr id="1026" name="Picture 2" descr="Numerele de înmatriculare auto în România - Wikipedia">
            <a:extLst>
              <a:ext uri="{FF2B5EF4-FFF2-40B4-BE49-F238E27FC236}">
                <a16:creationId xmlns:a16="http://schemas.microsoft.com/office/drawing/2014/main" id="{5ACE73F1-9CB6-48CD-97A2-2ADAC4ECD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8674" y="3823474"/>
            <a:ext cx="4629150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91669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Google Shape;965;p56"/>
          <p:cNvSpPr txBox="1">
            <a:spLocks noGrp="1"/>
          </p:cNvSpPr>
          <p:nvPr>
            <p:ph type="title"/>
          </p:nvPr>
        </p:nvSpPr>
        <p:spPr>
          <a:xfrm>
            <a:off x="3099988" y="1053250"/>
            <a:ext cx="2785308" cy="41286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 dirty="0"/>
              <a:t>Date de iesire</a:t>
            </a:r>
            <a:endParaRPr sz="3600" dirty="0"/>
          </a:p>
        </p:txBody>
      </p:sp>
      <p:grpSp>
        <p:nvGrpSpPr>
          <p:cNvPr id="966" name="Google Shape;966;p56"/>
          <p:cNvGrpSpPr/>
          <p:nvPr/>
        </p:nvGrpSpPr>
        <p:grpSpPr>
          <a:xfrm rot="-5400000">
            <a:off x="6884289" y="1494857"/>
            <a:ext cx="772605" cy="196301"/>
            <a:chOff x="2641350" y="846250"/>
            <a:chExt cx="413600" cy="105075"/>
          </a:xfrm>
        </p:grpSpPr>
        <p:sp>
          <p:nvSpPr>
            <p:cNvPr id="967" name="Google Shape;967;p56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56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56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56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71" name="Google Shape;971;p56"/>
          <p:cNvGrpSpPr/>
          <p:nvPr/>
        </p:nvGrpSpPr>
        <p:grpSpPr>
          <a:xfrm>
            <a:off x="241063" y="3577054"/>
            <a:ext cx="3397850" cy="187275"/>
            <a:chOff x="-3237675" y="-1132050"/>
            <a:chExt cx="3397850" cy="187275"/>
          </a:xfrm>
        </p:grpSpPr>
        <p:sp>
          <p:nvSpPr>
            <p:cNvPr id="972" name="Google Shape;972;p56"/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56"/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56"/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56"/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56"/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56"/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56"/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56"/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56"/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C5BE03E-3003-FFFB-5257-905687769017}"/>
              </a:ext>
            </a:extLst>
          </p:cNvPr>
          <p:cNvSpPr txBox="1"/>
          <p:nvPr/>
        </p:nvSpPr>
        <p:spPr>
          <a:xfrm>
            <a:off x="1939738" y="1919557"/>
            <a:ext cx="310694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Ca date de </a:t>
            </a:r>
            <a:r>
              <a:rPr lang="en-US" dirty="0" err="1"/>
              <a:t>iesire</a:t>
            </a:r>
            <a:r>
              <a:rPr lang="en-US" dirty="0"/>
              <a:t>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:</a:t>
            </a:r>
          </a:p>
          <a:p>
            <a:r>
              <a:rPr lang="en-US" dirty="0"/>
              <a:t>-</a:t>
            </a:r>
            <a:r>
              <a:rPr lang="en-US" dirty="0" err="1"/>
              <a:t>semnalele</a:t>
            </a:r>
            <a:r>
              <a:rPr lang="en-US" dirty="0"/>
              <a:t> de </a:t>
            </a:r>
            <a:r>
              <a:rPr lang="en-US" dirty="0" err="1"/>
              <a:t>alarma</a:t>
            </a:r>
            <a:r>
              <a:rPr lang="en-US" dirty="0"/>
              <a:t> (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viitor</a:t>
            </a:r>
            <a:r>
              <a:rPr lang="en-US" dirty="0"/>
              <a:t> )</a:t>
            </a:r>
          </a:p>
          <a:p>
            <a:r>
              <a:rPr lang="en-US" dirty="0"/>
              <a:t>-</a:t>
            </a:r>
            <a:r>
              <a:rPr lang="en-US" dirty="0" err="1"/>
              <a:t>riscul</a:t>
            </a:r>
            <a:r>
              <a:rPr lang="en-US" dirty="0"/>
              <a:t> ca un accident </a:t>
            </a:r>
            <a:r>
              <a:rPr lang="en-US" dirty="0" err="1"/>
              <a:t>sa</a:t>
            </a:r>
            <a:r>
              <a:rPr lang="en-US" dirty="0"/>
              <a:t> se realize</a:t>
            </a:r>
          </a:p>
        </p:txBody>
      </p:sp>
      <p:sp>
        <p:nvSpPr>
          <p:cNvPr id="3" name="Google Shape;965;p56">
            <a:extLst>
              <a:ext uri="{FF2B5EF4-FFF2-40B4-BE49-F238E27FC236}">
                <a16:creationId xmlns:a16="http://schemas.microsoft.com/office/drawing/2014/main" id="{8FC1BC3E-8A48-7158-B615-6E16D72EE68F}"/>
              </a:ext>
            </a:extLst>
          </p:cNvPr>
          <p:cNvSpPr txBox="1">
            <a:spLocks/>
          </p:cNvSpPr>
          <p:nvPr/>
        </p:nvSpPr>
        <p:spPr>
          <a:xfrm>
            <a:off x="3099988" y="2828249"/>
            <a:ext cx="2785308" cy="41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76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Bebas Neue"/>
              <a:buNone/>
              <a:defRPr sz="6000" b="0" i="0" u="none" strike="noStrike" cap="none">
                <a:solidFill>
                  <a:schemeClr val="accen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US" sz="3600" dirty="0" err="1"/>
              <a:t>Utilizatori</a:t>
            </a:r>
            <a:endParaRPr lang="en-US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3B0859-D9D9-0487-8A63-9806EE833B1E}"/>
              </a:ext>
            </a:extLst>
          </p:cNvPr>
          <p:cNvSpPr txBox="1"/>
          <p:nvPr/>
        </p:nvSpPr>
        <p:spPr>
          <a:xfrm>
            <a:off x="2004963" y="3412273"/>
            <a:ext cx="48560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Momentan</a:t>
            </a:r>
            <a:r>
              <a:rPr lang="en-US" dirty="0"/>
              <a:t> </a:t>
            </a:r>
            <a:r>
              <a:rPr lang="en-US" dirty="0" err="1"/>
              <a:t>principalii</a:t>
            </a:r>
            <a:r>
              <a:rPr lang="en-US" dirty="0"/>
              <a:t> </a:t>
            </a:r>
            <a:r>
              <a:rPr lang="en-US" dirty="0" err="1"/>
              <a:t>utilizatori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de tip </a:t>
            </a:r>
            <a:r>
              <a:rPr lang="en-US" dirty="0" err="1"/>
              <a:t>uman</a:t>
            </a:r>
            <a:r>
              <a:rPr lang="en-US" dirty="0"/>
              <a:t>,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poate</a:t>
            </a:r>
            <a:r>
              <a:rPr lang="en-US" dirty="0"/>
              <a:t> pe </a:t>
            </a:r>
            <a:r>
              <a:rPr lang="en-US" dirty="0" err="1"/>
              <a:t>viitor</a:t>
            </a:r>
            <a:r>
              <a:rPr lang="en-US" dirty="0"/>
              <a:t> , se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putea</a:t>
            </a:r>
            <a:r>
              <a:rPr lang="en-US" dirty="0"/>
              <a:t> </a:t>
            </a:r>
            <a:r>
              <a:rPr lang="en-US" dirty="0" err="1"/>
              <a:t>extinde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masinilie</a:t>
            </a:r>
            <a:r>
              <a:rPr lang="en-US" dirty="0"/>
              <a:t> </a:t>
            </a:r>
            <a:r>
              <a:rPr lang="en-US" dirty="0" err="1"/>
              <a:t>autonome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7F642-0A5B-3653-1097-074666A00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E59DD-E638-F791-2AC6-2C88C40FB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Iesire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6E07B6-00A5-5CAD-EF84-6C5D4AF6D994}"/>
              </a:ext>
            </a:extLst>
          </p:cNvPr>
          <p:cNvSpPr txBox="1"/>
          <p:nvPr/>
        </p:nvSpPr>
        <p:spPr>
          <a:xfrm>
            <a:off x="1100254" y="1471961"/>
            <a:ext cx="6393365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Ca </a:t>
            </a:r>
            <a:r>
              <a:rPr lang="en-US" dirty="0" err="1"/>
              <a:t>si</a:t>
            </a:r>
            <a:r>
              <a:rPr lang="en-US" dirty="0"/>
              <a:t> date de </a:t>
            </a:r>
            <a:r>
              <a:rPr lang="en-US" dirty="0" err="1"/>
              <a:t>iesire</a:t>
            </a:r>
            <a:r>
              <a:rPr lang="en-US" dirty="0"/>
              <a:t>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utiliza</a:t>
            </a:r>
            <a:r>
              <a:rPr lang="en-US" dirty="0"/>
              <a:t> un grad de </a:t>
            </a:r>
            <a:r>
              <a:rPr lang="en-US" dirty="0" err="1"/>
              <a:t>risc</a:t>
            </a:r>
            <a:r>
              <a:rPr lang="en-US" dirty="0"/>
              <a:t> </a:t>
            </a:r>
            <a:r>
              <a:rPr lang="en-US" dirty="0" err="1"/>
              <a:t>situat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0 </a:t>
            </a:r>
            <a:r>
              <a:rPr lang="en-US" dirty="0" err="1"/>
              <a:t>si</a:t>
            </a:r>
            <a:r>
              <a:rPr lang="en-US" dirty="0"/>
              <a:t> 1, </a:t>
            </a:r>
            <a:r>
              <a:rPr lang="en-US" dirty="0" err="1"/>
              <a:t>impreuna</a:t>
            </a:r>
            <a:r>
              <a:rPr lang="en-US" dirty="0"/>
              <a:t> cu un set de </a:t>
            </a:r>
            <a:r>
              <a:rPr lang="en-US" dirty="0" err="1"/>
              <a:t>culori</a:t>
            </a:r>
            <a:r>
              <a:rPr lang="en-US" dirty="0"/>
              <a:t> care </a:t>
            </a:r>
            <a:r>
              <a:rPr lang="en-US" dirty="0" err="1"/>
              <a:t>vor</a:t>
            </a:r>
            <a:r>
              <a:rPr lang="en-US" dirty="0"/>
              <a:t> indica in sine </a:t>
            </a:r>
            <a:r>
              <a:rPr lang="en-US" dirty="0" err="1"/>
              <a:t>gradul</a:t>
            </a:r>
            <a:r>
              <a:rPr lang="en-US" dirty="0"/>
              <a:t> de </a:t>
            </a:r>
            <a:r>
              <a:rPr lang="en-US" dirty="0" err="1"/>
              <a:t>risc</a:t>
            </a:r>
            <a:r>
              <a:rPr lang="en-US" dirty="0"/>
              <a:t>. Verde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destinat</a:t>
            </a:r>
            <a:r>
              <a:rPr lang="en-US" dirty="0"/>
              <a:t> </a:t>
            </a:r>
            <a:r>
              <a:rPr lang="en-US" dirty="0" err="1"/>
              <a:t>situatiilor</a:t>
            </a:r>
            <a:r>
              <a:rPr lang="en-US" dirty="0"/>
              <a:t> simple, </a:t>
            </a:r>
            <a:r>
              <a:rPr lang="en-US" dirty="0" err="1"/>
              <a:t>portocaliu</a:t>
            </a:r>
            <a:r>
              <a:rPr lang="en-US" dirty="0"/>
              <a:t> indica </a:t>
            </a:r>
            <a:r>
              <a:rPr lang="en-US" dirty="0" err="1"/>
              <a:t>faptul</a:t>
            </a:r>
            <a:r>
              <a:rPr lang="en-US" dirty="0"/>
              <a:t> ca </a:t>
            </a:r>
            <a:r>
              <a:rPr lang="en-US" dirty="0" err="1"/>
              <a:t>soferul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fie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vigilent</a:t>
            </a:r>
            <a:r>
              <a:rPr lang="en-US" dirty="0"/>
              <a:t>, </a:t>
            </a:r>
            <a:r>
              <a:rPr lang="en-US" dirty="0" err="1"/>
              <a:t>iar</a:t>
            </a:r>
            <a:r>
              <a:rPr lang="en-US" dirty="0"/>
              <a:t> </a:t>
            </a:r>
            <a:r>
              <a:rPr lang="en-US" dirty="0" err="1"/>
              <a:t>rosu</a:t>
            </a:r>
            <a:r>
              <a:rPr lang="en-US" dirty="0"/>
              <a:t> indica </a:t>
            </a:r>
            <a:r>
              <a:rPr lang="en-US" dirty="0" err="1"/>
              <a:t>faptul</a:t>
            </a:r>
            <a:r>
              <a:rPr lang="en-US" dirty="0"/>
              <a:t> ca </a:t>
            </a:r>
            <a:r>
              <a:rPr lang="en-US" dirty="0" err="1"/>
              <a:t>soferul</a:t>
            </a:r>
            <a:r>
              <a:rPr lang="en-US" dirty="0"/>
              <a:t> se </a:t>
            </a:r>
            <a:r>
              <a:rPr lang="en-US" dirty="0" err="1"/>
              <a:t>afla</a:t>
            </a:r>
            <a:r>
              <a:rPr lang="en-US" dirty="0"/>
              <a:t> </a:t>
            </a:r>
            <a:r>
              <a:rPr lang="en-US" dirty="0" err="1"/>
              <a:t>intr</a:t>
            </a:r>
            <a:r>
              <a:rPr lang="en-US" dirty="0"/>
              <a:t>-o </a:t>
            </a:r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dificila</a:t>
            </a:r>
            <a:r>
              <a:rPr lang="en-US" dirty="0"/>
              <a:t> in care </a:t>
            </a:r>
            <a:r>
              <a:rPr lang="en-US" dirty="0" err="1"/>
              <a:t>trebuie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sporeasca</a:t>
            </a:r>
            <a:r>
              <a:rPr lang="en-US" dirty="0"/>
              <a:t> la maxim </a:t>
            </a:r>
            <a:r>
              <a:rPr lang="en-US" dirty="0" err="1"/>
              <a:t>nivelul</a:t>
            </a:r>
            <a:r>
              <a:rPr lang="en-US" dirty="0"/>
              <a:t> de </a:t>
            </a:r>
            <a:r>
              <a:rPr lang="en-US" dirty="0" err="1"/>
              <a:t>atentie</a:t>
            </a:r>
            <a:r>
              <a:rPr lang="en-US" dirty="0"/>
              <a:t>.</a:t>
            </a:r>
          </a:p>
          <a:p>
            <a:r>
              <a:rPr lang="en-US" dirty="0"/>
              <a:t>Tot ca data de </a:t>
            </a:r>
            <a:r>
              <a:rPr lang="en-US" dirty="0" err="1"/>
              <a:t>iesire</a:t>
            </a:r>
            <a:r>
              <a:rPr lang="en-US" dirty="0"/>
              <a:t> ne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trebuie</a:t>
            </a:r>
            <a:r>
              <a:rPr lang="en-US" dirty="0"/>
              <a:t> un mic display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chiar</a:t>
            </a:r>
            <a:r>
              <a:rPr lang="en-US" dirty="0"/>
              <a:t> </a:t>
            </a:r>
            <a:r>
              <a:rPr lang="en-US" dirty="0" err="1"/>
              <a:t>telefonul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de </a:t>
            </a:r>
            <a:r>
              <a:rPr lang="en-US" dirty="0" err="1"/>
              <a:t>navigatie</a:t>
            </a:r>
            <a:r>
              <a:rPr lang="en-US" dirty="0"/>
              <a:t> al </a:t>
            </a:r>
            <a:r>
              <a:rPr lang="en-US" dirty="0" err="1"/>
              <a:t>masinii</a:t>
            </a:r>
            <a:r>
              <a:rPr lang="en-US" dirty="0"/>
              <a:t> pe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apara</a:t>
            </a:r>
            <a:r>
              <a:rPr lang="en-US" dirty="0"/>
              <a:t> ,, </a:t>
            </a:r>
            <a:r>
              <a:rPr lang="en-US" dirty="0" err="1"/>
              <a:t>scorul</a:t>
            </a:r>
            <a:r>
              <a:rPr lang="en-US" dirty="0"/>
              <a:t> “ </a:t>
            </a:r>
            <a:r>
              <a:rPr lang="en-US" dirty="0" err="1"/>
              <a:t>judetului</a:t>
            </a:r>
            <a:r>
              <a:rPr lang="en-US" dirty="0"/>
              <a:t> </a:t>
            </a:r>
            <a:r>
              <a:rPr lang="en-US" dirty="0" err="1"/>
              <a:t>masinii</a:t>
            </a:r>
            <a:r>
              <a:rPr lang="en-US" dirty="0"/>
              <a:t> din fata, al </a:t>
            </a:r>
            <a:r>
              <a:rPr lang="en-US" dirty="0" err="1"/>
              <a:t>masinii</a:t>
            </a:r>
            <a:r>
              <a:rPr lang="en-US" dirty="0"/>
              <a:t> din spate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al </a:t>
            </a:r>
            <a:r>
              <a:rPr lang="en-US" dirty="0" err="1"/>
              <a:t>intersectiei</a:t>
            </a:r>
            <a:r>
              <a:rPr lang="en-US" dirty="0"/>
              <a:t> in </a:t>
            </a:r>
            <a:r>
              <a:rPr lang="en-US" dirty="0" err="1"/>
              <a:t>apropierea</a:t>
            </a:r>
            <a:r>
              <a:rPr lang="en-US" dirty="0"/>
              <a:t> </a:t>
            </a:r>
            <a:r>
              <a:rPr lang="en-US" dirty="0" err="1"/>
              <a:t>careia</a:t>
            </a:r>
            <a:r>
              <a:rPr lang="en-US" dirty="0"/>
              <a:t> se </a:t>
            </a:r>
            <a:r>
              <a:rPr lang="en-US" dirty="0" err="1"/>
              <a:t>afla</a:t>
            </a:r>
            <a:r>
              <a:rPr lang="en-US" dirty="0"/>
              <a:t> </a:t>
            </a:r>
            <a:r>
              <a:rPr lang="en-US" dirty="0" err="1"/>
              <a:t>soferul</a:t>
            </a:r>
            <a:r>
              <a:rPr lang="en-US" dirty="0"/>
              <a:t>.</a:t>
            </a:r>
          </a:p>
          <a:p>
            <a:r>
              <a:rPr lang="en-US" dirty="0"/>
              <a:t>La </a:t>
            </a:r>
            <a:r>
              <a:rPr lang="en-US" dirty="0" err="1"/>
              <a:t>sonerie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nu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putea</a:t>
            </a:r>
            <a:r>
              <a:rPr lang="en-US" dirty="0"/>
              <a:t> </a:t>
            </a:r>
            <a:r>
              <a:rPr lang="en-US" dirty="0" err="1"/>
              <a:t>adauga</a:t>
            </a:r>
            <a:r>
              <a:rPr lang="en-US" dirty="0"/>
              <a:t> o </a:t>
            </a:r>
            <a:r>
              <a:rPr lang="en-US" dirty="0" err="1"/>
              <a:t>sonerie</a:t>
            </a:r>
            <a:r>
              <a:rPr lang="en-US" dirty="0"/>
              <a:t> </a:t>
            </a:r>
            <a:r>
              <a:rPr lang="en-US" dirty="0" err="1"/>
              <a:t>fizica</a:t>
            </a:r>
            <a:r>
              <a:rPr lang="en-US" dirty="0"/>
              <a:t>, se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utiliza</a:t>
            </a:r>
            <a:r>
              <a:rPr lang="en-US" dirty="0"/>
              <a:t>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de </a:t>
            </a:r>
            <a:r>
              <a:rPr lang="en-US" dirty="0" err="1"/>
              <a:t>navigatie</a:t>
            </a:r>
            <a:r>
              <a:rPr lang="en-US" dirty="0"/>
              <a:t> al </a:t>
            </a:r>
            <a:r>
              <a:rPr lang="en-US" dirty="0" err="1"/>
              <a:t>masinii</a:t>
            </a:r>
            <a:r>
              <a:rPr lang="en-US" dirty="0"/>
              <a:t>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emita</a:t>
            </a:r>
            <a:r>
              <a:rPr lang="en-US" dirty="0"/>
              <a:t> un </a:t>
            </a:r>
            <a:r>
              <a:rPr lang="en-US" dirty="0" err="1"/>
              <a:t>semnal</a:t>
            </a:r>
            <a:r>
              <a:rPr lang="en-US" dirty="0"/>
              <a:t> </a:t>
            </a:r>
            <a:r>
              <a:rPr lang="en-US" dirty="0" err="1"/>
              <a:t>sonor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puternic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putea</a:t>
            </a:r>
            <a:r>
              <a:rPr lang="en-US" dirty="0"/>
              <a:t> fi </a:t>
            </a:r>
            <a:r>
              <a:rPr lang="en-US" dirty="0" err="1"/>
              <a:t>implementata</a:t>
            </a:r>
            <a:r>
              <a:rPr lang="en-US" dirty="0"/>
              <a:t> o </a:t>
            </a:r>
            <a:r>
              <a:rPr lang="en-US" dirty="0" err="1"/>
              <a:t>alta</a:t>
            </a:r>
            <a:r>
              <a:rPr lang="en-US" dirty="0"/>
              <a:t> </a:t>
            </a:r>
            <a:r>
              <a:rPr lang="en-US" dirty="0" err="1"/>
              <a:t>varianta</a:t>
            </a:r>
            <a:r>
              <a:rPr lang="en-US" dirty="0"/>
              <a:t>. ( pe </a:t>
            </a:r>
            <a:r>
              <a:rPr lang="en-US" dirty="0" err="1"/>
              <a:t>viitor</a:t>
            </a:r>
            <a:r>
              <a:rPr lang="en-US" dirty="0"/>
              <a:t> 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799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>
          <a:extLst>
            <a:ext uri="{FF2B5EF4-FFF2-40B4-BE49-F238E27FC236}">
              <a16:creationId xmlns:a16="http://schemas.microsoft.com/office/drawing/2014/main" id="{E7A17C88-1E39-4DE9-4F84-6DA493460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53">
            <a:extLst>
              <a:ext uri="{FF2B5EF4-FFF2-40B4-BE49-F238E27FC236}">
                <a16:creationId xmlns:a16="http://schemas.microsoft.com/office/drawing/2014/main" id="{EA1A2EE2-614F-5486-49EB-7D68B1C3A8CE}"/>
              </a:ext>
            </a:extLst>
          </p:cNvPr>
          <p:cNvSpPr/>
          <p:nvPr/>
        </p:nvSpPr>
        <p:spPr>
          <a:xfrm>
            <a:off x="1532631" y="39098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53">
            <a:extLst>
              <a:ext uri="{FF2B5EF4-FFF2-40B4-BE49-F238E27FC236}">
                <a16:creationId xmlns:a16="http://schemas.microsoft.com/office/drawing/2014/main" id="{0B3F8934-BD9E-9FDC-63B6-083CEC607839}"/>
              </a:ext>
            </a:extLst>
          </p:cNvPr>
          <p:cNvSpPr/>
          <p:nvPr/>
        </p:nvSpPr>
        <p:spPr>
          <a:xfrm>
            <a:off x="2080775" y="535000"/>
            <a:ext cx="6261600" cy="4597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53">
            <a:extLst>
              <a:ext uri="{FF2B5EF4-FFF2-40B4-BE49-F238E27FC236}">
                <a16:creationId xmlns:a16="http://schemas.microsoft.com/office/drawing/2014/main" id="{267C86FB-3DDE-56BF-218D-86842D5827F4}"/>
              </a:ext>
            </a:extLst>
          </p:cNvPr>
          <p:cNvSpPr/>
          <p:nvPr/>
        </p:nvSpPr>
        <p:spPr>
          <a:xfrm>
            <a:off x="2415175" y="832048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53">
            <a:extLst>
              <a:ext uri="{FF2B5EF4-FFF2-40B4-BE49-F238E27FC236}">
                <a16:creationId xmlns:a16="http://schemas.microsoft.com/office/drawing/2014/main" id="{295C6972-FFA2-C8E4-11CA-EC47A85DA16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9225" y="2190975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Surse</a:t>
            </a:r>
            <a:endParaRPr dirty="0"/>
          </a:p>
        </p:txBody>
      </p:sp>
      <p:sp>
        <p:nvSpPr>
          <p:cNvPr id="837" name="Google Shape;837;p53">
            <a:extLst>
              <a:ext uri="{FF2B5EF4-FFF2-40B4-BE49-F238E27FC236}">
                <a16:creationId xmlns:a16="http://schemas.microsoft.com/office/drawing/2014/main" id="{E47B9838-EA9D-D728-08F2-8FC01DCC757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05.</a:t>
            </a:r>
            <a:endParaRPr dirty="0"/>
          </a:p>
        </p:txBody>
      </p:sp>
      <p:sp>
        <p:nvSpPr>
          <p:cNvPr id="838" name="Google Shape;838;p53">
            <a:extLst>
              <a:ext uri="{FF2B5EF4-FFF2-40B4-BE49-F238E27FC236}">
                <a16:creationId xmlns:a16="http://schemas.microsoft.com/office/drawing/2014/main" id="{238AA8B4-747E-33CF-3D4F-D2D553B50B3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2531017" y="3685058"/>
            <a:ext cx="5350800" cy="713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Bibliografie+surse de inspiratie</a:t>
            </a:r>
            <a:endParaRPr dirty="0"/>
          </a:p>
        </p:txBody>
      </p:sp>
      <p:cxnSp>
        <p:nvCxnSpPr>
          <p:cNvPr id="839" name="Google Shape;839;p53">
            <a:extLst>
              <a:ext uri="{FF2B5EF4-FFF2-40B4-BE49-F238E27FC236}">
                <a16:creationId xmlns:a16="http://schemas.microsoft.com/office/drawing/2014/main" id="{170DC807-C062-FAB9-26F9-4A97CFC48352}"/>
              </a:ext>
            </a:extLst>
          </p:cNvPr>
          <p:cNvCxnSpPr/>
          <p:nvPr/>
        </p:nvCxnSpPr>
        <p:spPr>
          <a:xfrm rot="10800000" flipH="1">
            <a:off x="2828575" y="4400742"/>
            <a:ext cx="5494200" cy="16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0" name="Google Shape;840;p53">
            <a:extLst>
              <a:ext uri="{FF2B5EF4-FFF2-40B4-BE49-F238E27FC236}">
                <a16:creationId xmlns:a16="http://schemas.microsoft.com/office/drawing/2014/main" id="{0EACE39D-52E8-6B77-BF2B-3A87E1759AE7}"/>
              </a:ext>
            </a:extLst>
          </p:cNvPr>
          <p:cNvGrpSpPr/>
          <p:nvPr/>
        </p:nvGrpSpPr>
        <p:grpSpPr>
          <a:xfrm rot="-5400000">
            <a:off x="7593664" y="1799657"/>
            <a:ext cx="772605" cy="196301"/>
            <a:chOff x="2641350" y="846250"/>
            <a:chExt cx="413600" cy="105075"/>
          </a:xfrm>
        </p:grpSpPr>
        <p:sp>
          <p:nvSpPr>
            <p:cNvPr id="841" name="Google Shape;841;p53">
              <a:extLst>
                <a:ext uri="{FF2B5EF4-FFF2-40B4-BE49-F238E27FC236}">
                  <a16:creationId xmlns:a16="http://schemas.microsoft.com/office/drawing/2014/main" id="{C6710E1B-C482-215A-5494-0047953A5C3F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>
              <a:extLst>
                <a:ext uri="{FF2B5EF4-FFF2-40B4-BE49-F238E27FC236}">
                  <a16:creationId xmlns:a16="http://schemas.microsoft.com/office/drawing/2014/main" id="{9FD946C0-26DB-2DA2-FEDE-6461E80D5963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>
              <a:extLst>
                <a:ext uri="{FF2B5EF4-FFF2-40B4-BE49-F238E27FC236}">
                  <a16:creationId xmlns:a16="http://schemas.microsoft.com/office/drawing/2014/main" id="{02134DCB-B424-5BC4-9806-AAA36F6BDF02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>
              <a:extLst>
                <a:ext uri="{FF2B5EF4-FFF2-40B4-BE49-F238E27FC236}">
                  <a16:creationId xmlns:a16="http://schemas.microsoft.com/office/drawing/2014/main" id="{D8B7D120-4ADD-8C97-FBF5-3692357D6426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53">
            <a:extLst>
              <a:ext uri="{FF2B5EF4-FFF2-40B4-BE49-F238E27FC236}">
                <a16:creationId xmlns:a16="http://schemas.microsoft.com/office/drawing/2014/main" id="{3379448D-0B9D-1C1D-17A8-87BD396E0027}"/>
              </a:ext>
            </a:extLst>
          </p:cNvPr>
          <p:cNvGrpSpPr/>
          <p:nvPr/>
        </p:nvGrpSpPr>
        <p:grpSpPr>
          <a:xfrm rot="5400000">
            <a:off x="-847462" y="1804154"/>
            <a:ext cx="3397850" cy="187275"/>
            <a:chOff x="-3237675" y="-1132050"/>
            <a:chExt cx="3397850" cy="187275"/>
          </a:xfrm>
        </p:grpSpPr>
        <p:sp>
          <p:nvSpPr>
            <p:cNvPr id="846" name="Google Shape;846;p53">
              <a:extLst>
                <a:ext uri="{FF2B5EF4-FFF2-40B4-BE49-F238E27FC236}">
                  <a16:creationId xmlns:a16="http://schemas.microsoft.com/office/drawing/2014/main" id="{6C996492-225E-283A-876C-5F3BCB80E308}"/>
                </a:ext>
              </a:extLst>
            </p:cNvPr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>
              <a:extLst>
                <a:ext uri="{FF2B5EF4-FFF2-40B4-BE49-F238E27FC236}">
                  <a16:creationId xmlns:a16="http://schemas.microsoft.com/office/drawing/2014/main" id="{357F9EEE-2F1E-4891-D2EA-15F71B493C6B}"/>
                </a:ext>
              </a:extLst>
            </p:cNvPr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>
              <a:extLst>
                <a:ext uri="{FF2B5EF4-FFF2-40B4-BE49-F238E27FC236}">
                  <a16:creationId xmlns:a16="http://schemas.microsoft.com/office/drawing/2014/main" id="{141BA58D-0079-D81C-4946-A067452CEF6D}"/>
                </a:ext>
              </a:extLst>
            </p:cNvPr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>
              <a:extLst>
                <a:ext uri="{FF2B5EF4-FFF2-40B4-BE49-F238E27FC236}">
                  <a16:creationId xmlns:a16="http://schemas.microsoft.com/office/drawing/2014/main" id="{215E598F-BA5D-0F16-D19A-9F998993CB8E}"/>
                </a:ext>
              </a:extLst>
            </p:cNvPr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>
              <a:extLst>
                <a:ext uri="{FF2B5EF4-FFF2-40B4-BE49-F238E27FC236}">
                  <a16:creationId xmlns:a16="http://schemas.microsoft.com/office/drawing/2014/main" id="{1531B373-3434-93CB-C2D6-3E41A2FA6D7F}"/>
                </a:ext>
              </a:extLst>
            </p:cNvPr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>
              <a:extLst>
                <a:ext uri="{FF2B5EF4-FFF2-40B4-BE49-F238E27FC236}">
                  <a16:creationId xmlns:a16="http://schemas.microsoft.com/office/drawing/2014/main" id="{94CE8284-8138-2C60-CE3A-01F16E01C14A}"/>
                </a:ext>
              </a:extLst>
            </p:cNvPr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>
              <a:extLst>
                <a:ext uri="{FF2B5EF4-FFF2-40B4-BE49-F238E27FC236}">
                  <a16:creationId xmlns:a16="http://schemas.microsoft.com/office/drawing/2014/main" id="{939C9828-D95C-0C63-8141-A281E799A418}"/>
                </a:ext>
              </a:extLst>
            </p:cNvPr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>
              <a:extLst>
                <a:ext uri="{FF2B5EF4-FFF2-40B4-BE49-F238E27FC236}">
                  <a16:creationId xmlns:a16="http://schemas.microsoft.com/office/drawing/2014/main" id="{4A411C56-9324-9D3C-A39A-E8900223999B}"/>
                </a:ext>
              </a:extLst>
            </p:cNvPr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>
              <a:extLst>
                <a:ext uri="{FF2B5EF4-FFF2-40B4-BE49-F238E27FC236}">
                  <a16:creationId xmlns:a16="http://schemas.microsoft.com/office/drawing/2014/main" id="{1A85D1CA-7B95-FC86-12DF-FAB60962283A}"/>
                </a:ext>
              </a:extLst>
            </p:cNvPr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55" name="Google Shape;855;p53">
            <a:extLst>
              <a:ext uri="{FF2B5EF4-FFF2-40B4-BE49-F238E27FC236}">
                <a16:creationId xmlns:a16="http://schemas.microsoft.com/office/drawing/2014/main" id="{B2130FB7-A8AA-E204-50E5-B22DF820898A}"/>
              </a:ext>
            </a:extLst>
          </p:cNvPr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12448818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57"/>
          <p:cNvSpPr/>
          <p:nvPr/>
        </p:nvSpPr>
        <p:spPr>
          <a:xfrm>
            <a:off x="3320042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6" name="Google Shape;986;p57"/>
          <p:cNvSpPr/>
          <p:nvPr/>
        </p:nvSpPr>
        <p:spPr>
          <a:xfrm>
            <a:off x="601946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57"/>
          <p:cNvSpPr/>
          <p:nvPr/>
        </p:nvSpPr>
        <p:spPr>
          <a:xfrm>
            <a:off x="62061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8" name="Google Shape;988;p57"/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surse</a:t>
            </a:r>
            <a:endParaRPr dirty="0"/>
          </a:p>
        </p:txBody>
      </p:sp>
      <p:sp>
        <p:nvSpPr>
          <p:cNvPr id="989" name="Google Shape;989;p57"/>
          <p:cNvSpPr txBox="1">
            <a:spLocks noGrp="1"/>
          </p:cNvSpPr>
          <p:nvPr>
            <p:ph type="title"/>
          </p:nvPr>
        </p:nvSpPr>
        <p:spPr>
          <a:xfrm>
            <a:off x="740870" y="2144965"/>
            <a:ext cx="2534151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</a:t>
            </a:r>
            <a:r>
              <a:rPr lang="en-US" dirty="0"/>
              <a:t>u</a:t>
            </a:r>
            <a:r>
              <a:rPr lang="en" dirty="0"/>
              <a:t>letin de bucuresti</a:t>
            </a:r>
            <a:endParaRPr dirty="0"/>
          </a:p>
        </p:txBody>
      </p:sp>
      <p:sp>
        <p:nvSpPr>
          <p:cNvPr id="990" name="Google Shape;990;p57"/>
          <p:cNvSpPr txBox="1">
            <a:spLocks noGrp="1"/>
          </p:cNvSpPr>
          <p:nvPr>
            <p:ph type="subTitle" idx="1"/>
          </p:nvPr>
        </p:nvSpPr>
        <p:spPr>
          <a:xfrm>
            <a:off x="688071" y="3073688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https://buletin.de/bucuresti/1-000-de-morti-si-2-600-de-persoane-ranite-grav-in-accidentele-rutiere-din-capitala-din-ultimii-14-ani-radiografia-ultimelor-tragedii/</a:t>
            </a:r>
            <a:endParaRPr dirty="0"/>
          </a:p>
        </p:txBody>
      </p:sp>
      <p:sp>
        <p:nvSpPr>
          <p:cNvPr id="991" name="Google Shape;991;p57"/>
          <p:cNvSpPr txBox="1">
            <a:spLocks noGrp="1"/>
          </p:cNvSpPr>
          <p:nvPr>
            <p:ph type="title" idx="2"/>
          </p:nvPr>
        </p:nvSpPr>
        <p:spPr>
          <a:xfrm>
            <a:off x="34064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Siguranta rutiera in romania</a:t>
            </a:r>
            <a:endParaRPr dirty="0"/>
          </a:p>
        </p:txBody>
      </p:sp>
      <p:sp>
        <p:nvSpPr>
          <p:cNvPr id="992" name="Google Shape;992;p57"/>
          <p:cNvSpPr txBox="1">
            <a:spLocks noGrp="1"/>
          </p:cNvSpPr>
          <p:nvPr>
            <p:ph type="subTitle" idx="3"/>
          </p:nvPr>
        </p:nvSpPr>
        <p:spPr>
          <a:xfrm>
            <a:off x="3392767" y="3141783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https://trackgps.ro/siguranta-rutiera-in-romania-accidente-rutiere-cauzele-lor-si-solutii/</a:t>
            </a:r>
            <a:endParaRPr dirty="0"/>
          </a:p>
        </p:txBody>
      </p:sp>
      <p:sp>
        <p:nvSpPr>
          <p:cNvPr id="993" name="Google Shape;993;p57"/>
          <p:cNvSpPr txBox="1">
            <a:spLocks noGrp="1"/>
          </p:cNvSpPr>
          <p:nvPr>
            <p:ph type="title" idx="4"/>
          </p:nvPr>
        </p:nvSpPr>
        <p:spPr>
          <a:xfrm>
            <a:off x="6090275" y="2160687"/>
            <a:ext cx="239312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Inovatie si infrastructura</a:t>
            </a:r>
            <a:endParaRPr dirty="0"/>
          </a:p>
        </p:txBody>
      </p:sp>
      <p:sp>
        <p:nvSpPr>
          <p:cNvPr id="994" name="Google Shape;994;p57"/>
          <p:cNvSpPr txBox="1">
            <a:spLocks noGrp="1"/>
          </p:cNvSpPr>
          <p:nvPr>
            <p:ph type="subTitle" idx="5"/>
          </p:nvPr>
        </p:nvSpPr>
        <p:spPr>
          <a:xfrm>
            <a:off x="6075594" y="3257867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https://insse.ro/cms/files/POCA/ro-durabil/ro/09-obiectiv-industrie-inovatie-si-infrastructura/tinta-2/PC-TJW0922-Numar-accidente-rutiere-dupa-localizare.pdf</a:t>
            </a:r>
            <a:endParaRPr dirty="0"/>
          </a:p>
        </p:txBody>
      </p:sp>
      <p:grpSp>
        <p:nvGrpSpPr>
          <p:cNvPr id="998" name="Google Shape;998;p57"/>
          <p:cNvGrpSpPr/>
          <p:nvPr/>
        </p:nvGrpSpPr>
        <p:grpSpPr>
          <a:xfrm rot="10800000">
            <a:off x="4305897" y="4124971"/>
            <a:ext cx="537556" cy="136576"/>
            <a:chOff x="2641350" y="846250"/>
            <a:chExt cx="413600" cy="105075"/>
          </a:xfrm>
        </p:grpSpPr>
        <p:sp>
          <p:nvSpPr>
            <p:cNvPr id="999" name="Google Shape;999;p57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7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7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7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57"/>
          <p:cNvGrpSpPr/>
          <p:nvPr/>
        </p:nvGrpSpPr>
        <p:grpSpPr>
          <a:xfrm rot="10800000">
            <a:off x="7009620" y="4355829"/>
            <a:ext cx="537556" cy="136576"/>
            <a:chOff x="2641350" y="846250"/>
            <a:chExt cx="413600" cy="105075"/>
          </a:xfrm>
        </p:grpSpPr>
        <p:sp>
          <p:nvSpPr>
            <p:cNvPr id="1004" name="Google Shape;1004;p57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7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7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7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8" name="Google Shape;1008;p57"/>
          <p:cNvGrpSpPr/>
          <p:nvPr/>
        </p:nvGrpSpPr>
        <p:grpSpPr>
          <a:xfrm rot="10800000">
            <a:off x="1600212" y="4340107"/>
            <a:ext cx="537556" cy="136576"/>
            <a:chOff x="2641350" y="846250"/>
            <a:chExt cx="413600" cy="105075"/>
          </a:xfrm>
        </p:grpSpPr>
        <p:sp>
          <p:nvSpPr>
            <p:cNvPr id="1009" name="Google Shape;1009;p57"/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7"/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7"/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7"/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3" name="Google Shape;1013;p57"/>
          <p:cNvCxnSpPr/>
          <p:nvPr/>
        </p:nvCxnSpPr>
        <p:spPr>
          <a:xfrm>
            <a:off x="722674" y="2685167"/>
            <a:ext cx="7715700" cy="2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14" name="Google Shape;1014;p57"/>
          <p:cNvGrpSpPr/>
          <p:nvPr/>
        </p:nvGrpSpPr>
        <p:grpSpPr>
          <a:xfrm>
            <a:off x="6984162" y="1490982"/>
            <a:ext cx="548625" cy="548637"/>
            <a:chOff x="5648375" y="1427025"/>
            <a:chExt cx="483200" cy="483125"/>
          </a:xfrm>
        </p:grpSpPr>
        <p:sp>
          <p:nvSpPr>
            <p:cNvPr id="1015" name="Google Shape;1015;p57"/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016" name="Google Shape;1016;p57"/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017" name="Google Shape;1017;p57"/>
          <p:cNvSpPr/>
          <p:nvPr/>
        </p:nvSpPr>
        <p:spPr>
          <a:xfrm>
            <a:off x="1643982" y="1490992"/>
            <a:ext cx="493786" cy="548617"/>
          </a:xfrm>
          <a:custGeom>
            <a:avLst/>
            <a:gdLst/>
            <a:ahLst/>
            <a:cxnLst/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8" name="Google Shape;1018;p57"/>
          <p:cNvSpPr/>
          <p:nvPr/>
        </p:nvSpPr>
        <p:spPr>
          <a:xfrm>
            <a:off x="4272922" y="1490972"/>
            <a:ext cx="603507" cy="548657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9" name="Google Shape;1019;p57"/>
          <p:cNvSpPr/>
          <p:nvPr/>
        </p:nvSpPr>
        <p:spPr>
          <a:xfrm>
            <a:off x="1484375" y="18601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57"/>
          <p:cNvSpPr/>
          <p:nvPr/>
        </p:nvSpPr>
        <p:spPr>
          <a:xfrm>
            <a:off x="4360117" y="13883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57"/>
          <p:cNvSpPr/>
          <p:nvPr/>
        </p:nvSpPr>
        <p:spPr>
          <a:xfrm>
            <a:off x="7057617" y="146240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>
          <a:extLst>
            <a:ext uri="{FF2B5EF4-FFF2-40B4-BE49-F238E27FC236}">
              <a16:creationId xmlns:a16="http://schemas.microsoft.com/office/drawing/2014/main" id="{3F1DC9C8-4801-DFB7-AD5B-B63B93443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57">
            <a:extLst>
              <a:ext uri="{FF2B5EF4-FFF2-40B4-BE49-F238E27FC236}">
                <a16:creationId xmlns:a16="http://schemas.microsoft.com/office/drawing/2014/main" id="{E0189E0B-E13D-1017-8DFE-0DC64B5EBCDF}"/>
              </a:ext>
            </a:extLst>
          </p:cNvPr>
          <p:cNvSpPr/>
          <p:nvPr/>
        </p:nvSpPr>
        <p:spPr>
          <a:xfrm>
            <a:off x="3320042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6" name="Google Shape;986;p57">
            <a:extLst>
              <a:ext uri="{FF2B5EF4-FFF2-40B4-BE49-F238E27FC236}">
                <a16:creationId xmlns:a16="http://schemas.microsoft.com/office/drawing/2014/main" id="{1510EA7B-B022-33B1-6F0B-9E8A74F80ED2}"/>
              </a:ext>
            </a:extLst>
          </p:cNvPr>
          <p:cNvSpPr/>
          <p:nvPr/>
        </p:nvSpPr>
        <p:spPr>
          <a:xfrm>
            <a:off x="601946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57">
            <a:extLst>
              <a:ext uri="{FF2B5EF4-FFF2-40B4-BE49-F238E27FC236}">
                <a16:creationId xmlns:a16="http://schemas.microsoft.com/office/drawing/2014/main" id="{1A5C3B0A-F779-4B8B-E5D1-81AE17D13529}"/>
              </a:ext>
            </a:extLst>
          </p:cNvPr>
          <p:cNvSpPr/>
          <p:nvPr/>
        </p:nvSpPr>
        <p:spPr>
          <a:xfrm>
            <a:off x="62061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8" name="Google Shape;988;p57">
            <a:extLst>
              <a:ext uri="{FF2B5EF4-FFF2-40B4-BE49-F238E27FC236}">
                <a16:creationId xmlns:a16="http://schemas.microsoft.com/office/drawing/2014/main" id="{77979D3B-1F15-4422-2500-B7F4DB8F7050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surse</a:t>
            </a:r>
            <a:endParaRPr dirty="0"/>
          </a:p>
        </p:txBody>
      </p:sp>
      <p:sp>
        <p:nvSpPr>
          <p:cNvPr id="990" name="Google Shape;990;p57">
            <a:extLst>
              <a:ext uri="{FF2B5EF4-FFF2-40B4-BE49-F238E27FC236}">
                <a16:creationId xmlns:a16="http://schemas.microsoft.com/office/drawing/2014/main" id="{C36068DA-0288-CF0F-8800-F2819A32C7D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88071" y="3073688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https://course.elementsofai.com/ro/5/1</a:t>
            </a:r>
            <a:endParaRPr dirty="0"/>
          </a:p>
        </p:txBody>
      </p:sp>
      <p:sp>
        <p:nvSpPr>
          <p:cNvPr id="992" name="Google Shape;992;p57">
            <a:extLst>
              <a:ext uri="{FF2B5EF4-FFF2-40B4-BE49-F238E27FC236}">
                <a16:creationId xmlns:a16="http://schemas.microsoft.com/office/drawing/2014/main" id="{856B149D-CD23-4D76-4011-F2DE62655C30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412324" y="3207652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https://www.youtube.com/watch?v=cu2OimpR5Gs</a:t>
            </a:r>
            <a:endParaRPr dirty="0"/>
          </a:p>
        </p:txBody>
      </p:sp>
      <p:sp>
        <p:nvSpPr>
          <p:cNvPr id="994" name="Google Shape;994;p57">
            <a:extLst>
              <a:ext uri="{FF2B5EF4-FFF2-40B4-BE49-F238E27FC236}">
                <a16:creationId xmlns:a16="http://schemas.microsoft.com/office/drawing/2014/main" id="{A05BEC27-4500-3F98-840B-D911AAC4BB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075594" y="3257867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/>
              <a:t>https://www.reddit.com/r/programare/comments/11126mx/tutorial_concepte_matematice_retele_neuronale_si/</a:t>
            </a:r>
            <a:endParaRPr dirty="0"/>
          </a:p>
        </p:txBody>
      </p:sp>
      <p:grpSp>
        <p:nvGrpSpPr>
          <p:cNvPr id="998" name="Google Shape;998;p57">
            <a:extLst>
              <a:ext uri="{FF2B5EF4-FFF2-40B4-BE49-F238E27FC236}">
                <a16:creationId xmlns:a16="http://schemas.microsoft.com/office/drawing/2014/main" id="{4DC5FECE-5713-B1D0-890E-DD9596947A4A}"/>
              </a:ext>
            </a:extLst>
          </p:cNvPr>
          <p:cNvGrpSpPr/>
          <p:nvPr/>
        </p:nvGrpSpPr>
        <p:grpSpPr>
          <a:xfrm rot="10800000">
            <a:off x="4305897" y="4124971"/>
            <a:ext cx="537556" cy="136576"/>
            <a:chOff x="2641350" y="846250"/>
            <a:chExt cx="413600" cy="105075"/>
          </a:xfrm>
        </p:grpSpPr>
        <p:sp>
          <p:nvSpPr>
            <p:cNvPr id="999" name="Google Shape;999;p57">
              <a:extLst>
                <a:ext uri="{FF2B5EF4-FFF2-40B4-BE49-F238E27FC236}">
                  <a16:creationId xmlns:a16="http://schemas.microsoft.com/office/drawing/2014/main" id="{746AE77E-C240-0ECD-784F-12A0281882D5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7">
              <a:extLst>
                <a:ext uri="{FF2B5EF4-FFF2-40B4-BE49-F238E27FC236}">
                  <a16:creationId xmlns:a16="http://schemas.microsoft.com/office/drawing/2014/main" id="{AE7AC8D9-6CEF-E17E-3954-C170536BE6A7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7">
              <a:extLst>
                <a:ext uri="{FF2B5EF4-FFF2-40B4-BE49-F238E27FC236}">
                  <a16:creationId xmlns:a16="http://schemas.microsoft.com/office/drawing/2014/main" id="{D46437A7-1C27-FEB3-85D2-08A43C28EFD3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7">
              <a:extLst>
                <a:ext uri="{FF2B5EF4-FFF2-40B4-BE49-F238E27FC236}">
                  <a16:creationId xmlns:a16="http://schemas.microsoft.com/office/drawing/2014/main" id="{D3D5C67C-4CEE-0161-E5F0-4D16812F4B93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57">
            <a:extLst>
              <a:ext uri="{FF2B5EF4-FFF2-40B4-BE49-F238E27FC236}">
                <a16:creationId xmlns:a16="http://schemas.microsoft.com/office/drawing/2014/main" id="{3E1F3C3D-51C8-CFE1-547D-71BFA88F1339}"/>
              </a:ext>
            </a:extLst>
          </p:cNvPr>
          <p:cNvGrpSpPr/>
          <p:nvPr/>
        </p:nvGrpSpPr>
        <p:grpSpPr>
          <a:xfrm rot="10800000">
            <a:off x="7009620" y="4355829"/>
            <a:ext cx="537556" cy="136576"/>
            <a:chOff x="2641350" y="846250"/>
            <a:chExt cx="413600" cy="105075"/>
          </a:xfrm>
        </p:grpSpPr>
        <p:sp>
          <p:nvSpPr>
            <p:cNvPr id="1004" name="Google Shape;1004;p57">
              <a:extLst>
                <a:ext uri="{FF2B5EF4-FFF2-40B4-BE49-F238E27FC236}">
                  <a16:creationId xmlns:a16="http://schemas.microsoft.com/office/drawing/2014/main" id="{D6E26C78-5BB5-0F46-83D3-77974F9AA53F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7">
              <a:extLst>
                <a:ext uri="{FF2B5EF4-FFF2-40B4-BE49-F238E27FC236}">
                  <a16:creationId xmlns:a16="http://schemas.microsoft.com/office/drawing/2014/main" id="{8A8DF7A4-4DBD-ADDE-368E-11EE3DB395C8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7">
              <a:extLst>
                <a:ext uri="{FF2B5EF4-FFF2-40B4-BE49-F238E27FC236}">
                  <a16:creationId xmlns:a16="http://schemas.microsoft.com/office/drawing/2014/main" id="{98BAF88D-52EA-877E-09C2-B4F3328EFF58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7">
              <a:extLst>
                <a:ext uri="{FF2B5EF4-FFF2-40B4-BE49-F238E27FC236}">
                  <a16:creationId xmlns:a16="http://schemas.microsoft.com/office/drawing/2014/main" id="{566FC7A7-11EE-A135-24B7-F94079E1AC5C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8" name="Google Shape;1008;p57">
            <a:extLst>
              <a:ext uri="{FF2B5EF4-FFF2-40B4-BE49-F238E27FC236}">
                <a16:creationId xmlns:a16="http://schemas.microsoft.com/office/drawing/2014/main" id="{89EE7365-2442-0F78-5BD0-80522A64CF58}"/>
              </a:ext>
            </a:extLst>
          </p:cNvPr>
          <p:cNvGrpSpPr/>
          <p:nvPr/>
        </p:nvGrpSpPr>
        <p:grpSpPr>
          <a:xfrm rot="10800000">
            <a:off x="1600212" y="4340107"/>
            <a:ext cx="537556" cy="136576"/>
            <a:chOff x="2641350" y="846250"/>
            <a:chExt cx="413600" cy="105075"/>
          </a:xfrm>
        </p:grpSpPr>
        <p:sp>
          <p:nvSpPr>
            <p:cNvPr id="1009" name="Google Shape;1009;p57">
              <a:extLst>
                <a:ext uri="{FF2B5EF4-FFF2-40B4-BE49-F238E27FC236}">
                  <a16:creationId xmlns:a16="http://schemas.microsoft.com/office/drawing/2014/main" id="{4E0E79D2-5DA8-07F8-8996-4614186008FC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7">
              <a:extLst>
                <a:ext uri="{FF2B5EF4-FFF2-40B4-BE49-F238E27FC236}">
                  <a16:creationId xmlns:a16="http://schemas.microsoft.com/office/drawing/2014/main" id="{C6BE9588-7DD0-9F4F-9667-FDBF6C7690B4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7">
              <a:extLst>
                <a:ext uri="{FF2B5EF4-FFF2-40B4-BE49-F238E27FC236}">
                  <a16:creationId xmlns:a16="http://schemas.microsoft.com/office/drawing/2014/main" id="{E33A42E0-6DFB-9F6C-391B-671E22B52899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7">
              <a:extLst>
                <a:ext uri="{FF2B5EF4-FFF2-40B4-BE49-F238E27FC236}">
                  <a16:creationId xmlns:a16="http://schemas.microsoft.com/office/drawing/2014/main" id="{4E9A5753-B56D-3BAA-6036-989E4A6EE10F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3" name="Google Shape;1013;p57">
            <a:extLst>
              <a:ext uri="{FF2B5EF4-FFF2-40B4-BE49-F238E27FC236}">
                <a16:creationId xmlns:a16="http://schemas.microsoft.com/office/drawing/2014/main" id="{6EA6D5F1-CF77-6AFE-1219-A548CE5FE3D1}"/>
              </a:ext>
            </a:extLst>
          </p:cNvPr>
          <p:cNvCxnSpPr/>
          <p:nvPr/>
        </p:nvCxnSpPr>
        <p:spPr>
          <a:xfrm>
            <a:off x="722674" y="2685167"/>
            <a:ext cx="7715700" cy="2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14" name="Google Shape;1014;p57">
            <a:extLst>
              <a:ext uri="{FF2B5EF4-FFF2-40B4-BE49-F238E27FC236}">
                <a16:creationId xmlns:a16="http://schemas.microsoft.com/office/drawing/2014/main" id="{F4EDE40D-E4F8-F23B-77C3-37806F11B013}"/>
              </a:ext>
            </a:extLst>
          </p:cNvPr>
          <p:cNvGrpSpPr/>
          <p:nvPr/>
        </p:nvGrpSpPr>
        <p:grpSpPr>
          <a:xfrm>
            <a:off x="6984162" y="1490982"/>
            <a:ext cx="548625" cy="548637"/>
            <a:chOff x="5648375" y="1427025"/>
            <a:chExt cx="483200" cy="483125"/>
          </a:xfrm>
        </p:grpSpPr>
        <p:sp>
          <p:nvSpPr>
            <p:cNvPr id="1015" name="Google Shape;1015;p57">
              <a:extLst>
                <a:ext uri="{FF2B5EF4-FFF2-40B4-BE49-F238E27FC236}">
                  <a16:creationId xmlns:a16="http://schemas.microsoft.com/office/drawing/2014/main" id="{2F1FFF55-962B-EBE8-23E2-35744F9770C6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016" name="Google Shape;1016;p57">
              <a:extLst>
                <a:ext uri="{FF2B5EF4-FFF2-40B4-BE49-F238E27FC236}">
                  <a16:creationId xmlns:a16="http://schemas.microsoft.com/office/drawing/2014/main" id="{79F4DD94-EAB3-02FE-DDD2-72420C7252BA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017" name="Google Shape;1017;p57">
            <a:extLst>
              <a:ext uri="{FF2B5EF4-FFF2-40B4-BE49-F238E27FC236}">
                <a16:creationId xmlns:a16="http://schemas.microsoft.com/office/drawing/2014/main" id="{CF8D53E8-A8F0-4946-A469-F6DD26BEE9D2}"/>
              </a:ext>
            </a:extLst>
          </p:cNvPr>
          <p:cNvSpPr/>
          <p:nvPr/>
        </p:nvSpPr>
        <p:spPr>
          <a:xfrm>
            <a:off x="1643982" y="1490992"/>
            <a:ext cx="493786" cy="548617"/>
          </a:xfrm>
          <a:custGeom>
            <a:avLst/>
            <a:gdLst/>
            <a:ahLst/>
            <a:cxnLst/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8" name="Google Shape;1018;p57">
            <a:extLst>
              <a:ext uri="{FF2B5EF4-FFF2-40B4-BE49-F238E27FC236}">
                <a16:creationId xmlns:a16="http://schemas.microsoft.com/office/drawing/2014/main" id="{DF710468-B5BF-906C-D009-69ACEBE720B2}"/>
              </a:ext>
            </a:extLst>
          </p:cNvPr>
          <p:cNvSpPr/>
          <p:nvPr/>
        </p:nvSpPr>
        <p:spPr>
          <a:xfrm>
            <a:off x="4259213" y="1466571"/>
            <a:ext cx="603507" cy="548657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9" name="Google Shape;1019;p57">
            <a:extLst>
              <a:ext uri="{FF2B5EF4-FFF2-40B4-BE49-F238E27FC236}">
                <a16:creationId xmlns:a16="http://schemas.microsoft.com/office/drawing/2014/main" id="{8B795B38-6BE8-A1E3-DC6D-9471632A3E3D}"/>
              </a:ext>
            </a:extLst>
          </p:cNvPr>
          <p:cNvSpPr/>
          <p:nvPr/>
        </p:nvSpPr>
        <p:spPr>
          <a:xfrm>
            <a:off x="1484375" y="18601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57">
            <a:extLst>
              <a:ext uri="{FF2B5EF4-FFF2-40B4-BE49-F238E27FC236}">
                <a16:creationId xmlns:a16="http://schemas.microsoft.com/office/drawing/2014/main" id="{010C087D-F23C-934A-1270-43EE089DA751}"/>
              </a:ext>
            </a:extLst>
          </p:cNvPr>
          <p:cNvSpPr/>
          <p:nvPr/>
        </p:nvSpPr>
        <p:spPr>
          <a:xfrm>
            <a:off x="4360117" y="13883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57">
            <a:extLst>
              <a:ext uri="{FF2B5EF4-FFF2-40B4-BE49-F238E27FC236}">
                <a16:creationId xmlns:a16="http://schemas.microsoft.com/office/drawing/2014/main" id="{A2550D6B-5F93-5A7C-A4C3-28DAAA588403}"/>
              </a:ext>
            </a:extLst>
          </p:cNvPr>
          <p:cNvSpPr/>
          <p:nvPr/>
        </p:nvSpPr>
        <p:spPr>
          <a:xfrm>
            <a:off x="7057617" y="146240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0736486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4">
          <a:extLst>
            <a:ext uri="{FF2B5EF4-FFF2-40B4-BE49-F238E27FC236}">
              <a16:creationId xmlns:a16="http://schemas.microsoft.com/office/drawing/2014/main" id="{5660F36F-307D-1303-15F2-5DF7EF9AC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p57">
            <a:extLst>
              <a:ext uri="{FF2B5EF4-FFF2-40B4-BE49-F238E27FC236}">
                <a16:creationId xmlns:a16="http://schemas.microsoft.com/office/drawing/2014/main" id="{1849773F-39B8-0C9F-8A34-711BE1A2F165}"/>
              </a:ext>
            </a:extLst>
          </p:cNvPr>
          <p:cNvSpPr/>
          <p:nvPr/>
        </p:nvSpPr>
        <p:spPr>
          <a:xfrm>
            <a:off x="3320042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6" name="Google Shape;986;p57">
            <a:extLst>
              <a:ext uri="{FF2B5EF4-FFF2-40B4-BE49-F238E27FC236}">
                <a16:creationId xmlns:a16="http://schemas.microsoft.com/office/drawing/2014/main" id="{9C44A935-E9DC-041C-7A83-D4FB9E6E8333}"/>
              </a:ext>
            </a:extLst>
          </p:cNvPr>
          <p:cNvSpPr/>
          <p:nvPr/>
        </p:nvSpPr>
        <p:spPr>
          <a:xfrm>
            <a:off x="601946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7" name="Google Shape;987;p57">
            <a:extLst>
              <a:ext uri="{FF2B5EF4-FFF2-40B4-BE49-F238E27FC236}">
                <a16:creationId xmlns:a16="http://schemas.microsoft.com/office/drawing/2014/main" id="{1C939B4E-B79D-750D-9015-AE08E9C0E6D2}"/>
              </a:ext>
            </a:extLst>
          </p:cNvPr>
          <p:cNvSpPr/>
          <p:nvPr/>
        </p:nvSpPr>
        <p:spPr>
          <a:xfrm>
            <a:off x="620617" y="1168200"/>
            <a:ext cx="2514600" cy="344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88" name="Google Shape;988;p57">
            <a:extLst>
              <a:ext uri="{FF2B5EF4-FFF2-40B4-BE49-F238E27FC236}">
                <a16:creationId xmlns:a16="http://schemas.microsoft.com/office/drawing/2014/main" id="{1573AFED-EFC7-E2A0-99C1-1632C34D587E}"/>
              </a:ext>
            </a:extLst>
          </p:cNvPr>
          <p:cNvSpPr txBox="1">
            <a:spLocks noGrp="1"/>
          </p:cNvSpPr>
          <p:nvPr>
            <p:ph type="title" idx="6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</a:t>
            </a:r>
            <a:r>
              <a:rPr lang="en-US" dirty="0"/>
              <a:t>l</a:t>
            </a:r>
            <a:r>
              <a:rPr lang="en" dirty="0"/>
              <a:t>te surse externe( pe langa cele din readme )</a:t>
            </a:r>
            <a:endParaRPr dirty="0"/>
          </a:p>
        </p:txBody>
      </p:sp>
      <p:sp>
        <p:nvSpPr>
          <p:cNvPr id="989" name="Google Shape;989;p57">
            <a:extLst>
              <a:ext uri="{FF2B5EF4-FFF2-40B4-BE49-F238E27FC236}">
                <a16:creationId xmlns:a16="http://schemas.microsoft.com/office/drawing/2014/main" id="{553D7E4C-7765-BA38-ABF5-F459666854B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40870" y="2144965"/>
            <a:ext cx="2534151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/>
              <a:t>Chatgpt</a:t>
            </a:r>
            <a:endParaRPr dirty="0"/>
          </a:p>
        </p:txBody>
      </p:sp>
      <p:sp>
        <p:nvSpPr>
          <p:cNvPr id="990" name="Google Shape;990;p57">
            <a:extLst>
              <a:ext uri="{FF2B5EF4-FFF2-40B4-BE49-F238E27FC236}">
                <a16:creationId xmlns:a16="http://schemas.microsoft.com/office/drawing/2014/main" id="{6E430B13-7B42-763A-6304-29773A5812B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09717" y="2992381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>
                <a:hlinkClick r:id="rId3"/>
              </a:rPr>
              <a:t>https://chatgpt.com/c/690c563c-77ac-832f-8422-a48e11703e57</a:t>
            </a:r>
            <a:endParaRPr lang="en-US" dirty="0"/>
          </a:p>
          <a:p>
            <a:pPr marL="0" lvl="0" indent="0"/>
            <a:r>
              <a:rPr lang="en-US" dirty="0" err="1"/>
              <a:t>Conversatia</a:t>
            </a:r>
            <a:r>
              <a:rPr lang="en-US" dirty="0"/>
              <a:t> de pe </a:t>
            </a:r>
            <a:r>
              <a:rPr lang="en-US" dirty="0" err="1"/>
              <a:t>Chatgpt</a:t>
            </a:r>
            <a:endParaRPr dirty="0"/>
          </a:p>
        </p:txBody>
      </p:sp>
      <p:sp>
        <p:nvSpPr>
          <p:cNvPr id="991" name="Google Shape;991;p57">
            <a:extLst>
              <a:ext uri="{FF2B5EF4-FFF2-40B4-BE49-F238E27FC236}">
                <a16:creationId xmlns:a16="http://schemas.microsoft.com/office/drawing/2014/main" id="{56236070-6B3C-BB01-28FD-42DCCEA76134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3406475" y="2160687"/>
            <a:ext cx="23364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Gemini</a:t>
            </a:r>
            <a:endParaRPr dirty="0"/>
          </a:p>
        </p:txBody>
      </p:sp>
      <p:sp>
        <p:nvSpPr>
          <p:cNvPr id="992" name="Google Shape;992;p57">
            <a:extLst>
              <a:ext uri="{FF2B5EF4-FFF2-40B4-BE49-F238E27FC236}">
                <a16:creationId xmlns:a16="http://schemas.microsoft.com/office/drawing/2014/main" id="{2699D1A3-17C8-6F36-06E8-1A6A4ABB33D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371871" y="310338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>
                <a:hlinkClick r:id="rId4"/>
              </a:rPr>
              <a:t>https://gemini.google.com/?hl=ro</a:t>
            </a:r>
            <a:endParaRPr lang="en-US" dirty="0"/>
          </a:p>
          <a:p>
            <a:pPr marL="0" lvl="0" indent="0">
              <a:buClr>
                <a:schemeClr val="hlink"/>
              </a:buClr>
              <a:buSzPts val="1100"/>
            </a:pPr>
            <a:r>
              <a:rPr lang="en-US" dirty="0" err="1"/>
              <a:t>Folosit</a:t>
            </a:r>
            <a:r>
              <a:rPr lang="en-US" dirty="0"/>
              <a:t> in mare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rezolvare</a:t>
            </a:r>
            <a:r>
              <a:rPr lang="en-US" dirty="0"/>
              <a:t> de </a:t>
            </a:r>
            <a:r>
              <a:rPr lang="en-US" dirty="0" err="1"/>
              <a:t>probleme</a:t>
            </a:r>
            <a:r>
              <a:rPr lang="en-US" dirty="0"/>
              <a:t> + </a:t>
            </a:r>
            <a:r>
              <a:rPr lang="en-US" dirty="0" err="1"/>
              <a:t>informatii</a:t>
            </a:r>
            <a:r>
              <a:rPr lang="en-US" dirty="0"/>
              <a:t> generale</a:t>
            </a:r>
            <a:endParaRPr dirty="0"/>
          </a:p>
        </p:txBody>
      </p:sp>
      <p:sp>
        <p:nvSpPr>
          <p:cNvPr id="993" name="Google Shape;993;p57">
            <a:extLst>
              <a:ext uri="{FF2B5EF4-FFF2-40B4-BE49-F238E27FC236}">
                <a16:creationId xmlns:a16="http://schemas.microsoft.com/office/drawing/2014/main" id="{6E8F341A-CEE2-E3FF-E6E3-D62409F71226}"/>
              </a:ext>
            </a:extLst>
          </p:cNvPr>
          <p:cNvSpPr txBox="1">
            <a:spLocks noGrp="1"/>
          </p:cNvSpPr>
          <p:nvPr>
            <p:ph type="title" idx="4"/>
          </p:nvPr>
        </p:nvSpPr>
        <p:spPr>
          <a:xfrm>
            <a:off x="6090275" y="2160687"/>
            <a:ext cx="239312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Agent vscode</a:t>
            </a:r>
            <a:endParaRPr dirty="0"/>
          </a:p>
        </p:txBody>
      </p:sp>
      <p:sp>
        <p:nvSpPr>
          <p:cNvPr id="994" name="Google Shape;994;p57">
            <a:extLst>
              <a:ext uri="{FF2B5EF4-FFF2-40B4-BE49-F238E27FC236}">
                <a16:creationId xmlns:a16="http://schemas.microsoft.com/office/drawing/2014/main" id="{21833434-2359-1790-1350-C8E6EF564B99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6075594" y="3049974"/>
            <a:ext cx="2336400" cy="63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buClr>
                <a:schemeClr val="hlink"/>
              </a:buClr>
              <a:buSzPts val="1100"/>
            </a:pPr>
            <a:r>
              <a:rPr lang="en-US" dirty="0" err="1"/>
              <a:t>Folosit</a:t>
            </a:r>
            <a:r>
              <a:rPr lang="en-US" dirty="0"/>
              <a:t> in mare </a:t>
            </a:r>
            <a:r>
              <a:rPr lang="en-US" dirty="0" err="1"/>
              <a:t>parte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debugging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alte</a:t>
            </a:r>
            <a:r>
              <a:rPr lang="en-US" dirty="0"/>
              <a:t> </a:t>
            </a:r>
            <a:r>
              <a:rPr lang="en-US" dirty="0" err="1"/>
              <a:t>probleme</a:t>
            </a:r>
            <a:r>
              <a:rPr lang="en-US" dirty="0"/>
              <a:t> de </a:t>
            </a:r>
            <a:r>
              <a:rPr lang="en-US" dirty="0" err="1"/>
              <a:t>interactiune</a:t>
            </a:r>
            <a:r>
              <a:rPr lang="en-US" dirty="0"/>
              <a:t> </a:t>
            </a:r>
            <a:r>
              <a:rPr lang="en-US" dirty="0" err="1"/>
              <a:t>intre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sistemul</a:t>
            </a:r>
            <a:r>
              <a:rPr lang="en-US" dirty="0"/>
              <a:t> meu.</a:t>
            </a:r>
            <a:endParaRPr dirty="0"/>
          </a:p>
        </p:txBody>
      </p:sp>
      <p:grpSp>
        <p:nvGrpSpPr>
          <p:cNvPr id="998" name="Google Shape;998;p57">
            <a:extLst>
              <a:ext uri="{FF2B5EF4-FFF2-40B4-BE49-F238E27FC236}">
                <a16:creationId xmlns:a16="http://schemas.microsoft.com/office/drawing/2014/main" id="{C95EF45A-5BAA-DC8A-74B7-36E94621AE4E}"/>
              </a:ext>
            </a:extLst>
          </p:cNvPr>
          <p:cNvGrpSpPr/>
          <p:nvPr/>
        </p:nvGrpSpPr>
        <p:grpSpPr>
          <a:xfrm rot="10800000">
            <a:off x="4305897" y="4124971"/>
            <a:ext cx="537556" cy="136576"/>
            <a:chOff x="2641350" y="846250"/>
            <a:chExt cx="413600" cy="105075"/>
          </a:xfrm>
        </p:grpSpPr>
        <p:sp>
          <p:nvSpPr>
            <p:cNvPr id="999" name="Google Shape;999;p57">
              <a:extLst>
                <a:ext uri="{FF2B5EF4-FFF2-40B4-BE49-F238E27FC236}">
                  <a16:creationId xmlns:a16="http://schemas.microsoft.com/office/drawing/2014/main" id="{F9FF83B1-54D9-B42D-7771-025EF262BAF4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57">
              <a:extLst>
                <a:ext uri="{FF2B5EF4-FFF2-40B4-BE49-F238E27FC236}">
                  <a16:creationId xmlns:a16="http://schemas.microsoft.com/office/drawing/2014/main" id="{B40B5C8E-3E73-C377-F26E-169126106537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57">
              <a:extLst>
                <a:ext uri="{FF2B5EF4-FFF2-40B4-BE49-F238E27FC236}">
                  <a16:creationId xmlns:a16="http://schemas.microsoft.com/office/drawing/2014/main" id="{9E225FBB-9F55-800C-02DB-4F798C8EDB41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57">
              <a:extLst>
                <a:ext uri="{FF2B5EF4-FFF2-40B4-BE49-F238E27FC236}">
                  <a16:creationId xmlns:a16="http://schemas.microsoft.com/office/drawing/2014/main" id="{8EE7C6E7-9EE7-08F4-0AE3-92425B7CCEF9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3" name="Google Shape;1003;p57">
            <a:extLst>
              <a:ext uri="{FF2B5EF4-FFF2-40B4-BE49-F238E27FC236}">
                <a16:creationId xmlns:a16="http://schemas.microsoft.com/office/drawing/2014/main" id="{80B950C2-F5F8-7EB0-2AF9-9F1A97E64549}"/>
              </a:ext>
            </a:extLst>
          </p:cNvPr>
          <p:cNvGrpSpPr/>
          <p:nvPr/>
        </p:nvGrpSpPr>
        <p:grpSpPr>
          <a:xfrm rot="10800000">
            <a:off x="7009620" y="4355829"/>
            <a:ext cx="537556" cy="136576"/>
            <a:chOff x="2641350" y="846250"/>
            <a:chExt cx="413600" cy="105075"/>
          </a:xfrm>
        </p:grpSpPr>
        <p:sp>
          <p:nvSpPr>
            <p:cNvPr id="1004" name="Google Shape;1004;p57">
              <a:extLst>
                <a:ext uri="{FF2B5EF4-FFF2-40B4-BE49-F238E27FC236}">
                  <a16:creationId xmlns:a16="http://schemas.microsoft.com/office/drawing/2014/main" id="{5C185903-F862-66E5-B215-C4CE937FDE6A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57">
              <a:extLst>
                <a:ext uri="{FF2B5EF4-FFF2-40B4-BE49-F238E27FC236}">
                  <a16:creationId xmlns:a16="http://schemas.microsoft.com/office/drawing/2014/main" id="{072BEAFA-165B-2D1D-049D-8F7FA0F1AB18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57">
              <a:extLst>
                <a:ext uri="{FF2B5EF4-FFF2-40B4-BE49-F238E27FC236}">
                  <a16:creationId xmlns:a16="http://schemas.microsoft.com/office/drawing/2014/main" id="{8BCDB0C8-010D-14EA-60E1-E6A7283DD868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57">
              <a:extLst>
                <a:ext uri="{FF2B5EF4-FFF2-40B4-BE49-F238E27FC236}">
                  <a16:creationId xmlns:a16="http://schemas.microsoft.com/office/drawing/2014/main" id="{270A0BF0-338C-6E0D-B3E1-A0CAB60897C1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08" name="Google Shape;1008;p57">
            <a:extLst>
              <a:ext uri="{FF2B5EF4-FFF2-40B4-BE49-F238E27FC236}">
                <a16:creationId xmlns:a16="http://schemas.microsoft.com/office/drawing/2014/main" id="{950AA32D-7D5D-E820-7541-D2AC09B402F3}"/>
              </a:ext>
            </a:extLst>
          </p:cNvPr>
          <p:cNvGrpSpPr/>
          <p:nvPr/>
        </p:nvGrpSpPr>
        <p:grpSpPr>
          <a:xfrm rot="10800000">
            <a:off x="1600212" y="4340107"/>
            <a:ext cx="537556" cy="136576"/>
            <a:chOff x="2641350" y="846250"/>
            <a:chExt cx="413600" cy="105075"/>
          </a:xfrm>
        </p:grpSpPr>
        <p:sp>
          <p:nvSpPr>
            <p:cNvPr id="1009" name="Google Shape;1009;p57">
              <a:extLst>
                <a:ext uri="{FF2B5EF4-FFF2-40B4-BE49-F238E27FC236}">
                  <a16:creationId xmlns:a16="http://schemas.microsoft.com/office/drawing/2014/main" id="{915430E1-A129-206B-739A-EA1A405A77C7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57">
              <a:extLst>
                <a:ext uri="{FF2B5EF4-FFF2-40B4-BE49-F238E27FC236}">
                  <a16:creationId xmlns:a16="http://schemas.microsoft.com/office/drawing/2014/main" id="{04FB987F-01A0-8BF1-6FC6-6B29F86069F3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57">
              <a:extLst>
                <a:ext uri="{FF2B5EF4-FFF2-40B4-BE49-F238E27FC236}">
                  <a16:creationId xmlns:a16="http://schemas.microsoft.com/office/drawing/2014/main" id="{EF13BFFA-6A1E-49F9-8B14-19598E5E6E41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57">
              <a:extLst>
                <a:ext uri="{FF2B5EF4-FFF2-40B4-BE49-F238E27FC236}">
                  <a16:creationId xmlns:a16="http://schemas.microsoft.com/office/drawing/2014/main" id="{519E9813-B6DB-CE04-722E-1D734F1CD2DC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1013" name="Google Shape;1013;p57">
            <a:extLst>
              <a:ext uri="{FF2B5EF4-FFF2-40B4-BE49-F238E27FC236}">
                <a16:creationId xmlns:a16="http://schemas.microsoft.com/office/drawing/2014/main" id="{B2B8AE69-BF62-20E1-4C69-268F55206B6A}"/>
              </a:ext>
            </a:extLst>
          </p:cNvPr>
          <p:cNvCxnSpPr/>
          <p:nvPr/>
        </p:nvCxnSpPr>
        <p:spPr>
          <a:xfrm>
            <a:off x="722674" y="2685167"/>
            <a:ext cx="7715700" cy="2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014" name="Google Shape;1014;p57">
            <a:extLst>
              <a:ext uri="{FF2B5EF4-FFF2-40B4-BE49-F238E27FC236}">
                <a16:creationId xmlns:a16="http://schemas.microsoft.com/office/drawing/2014/main" id="{19FA9422-97FD-52D0-268A-586345E158E4}"/>
              </a:ext>
            </a:extLst>
          </p:cNvPr>
          <p:cNvGrpSpPr/>
          <p:nvPr/>
        </p:nvGrpSpPr>
        <p:grpSpPr>
          <a:xfrm>
            <a:off x="6984162" y="1490982"/>
            <a:ext cx="548625" cy="548637"/>
            <a:chOff x="5648375" y="1427025"/>
            <a:chExt cx="483200" cy="483125"/>
          </a:xfrm>
        </p:grpSpPr>
        <p:sp>
          <p:nvSpPr>
            <p:cNvPr id="1015" name="Google Shape;1015;p57">
              <a:extLst>
                <a:ext uri="{FF2B5EF4-FFF2-40B4-BE49-F238E27FC236}">
                  <a16:creationId xmlns:a16="http://schemas.microsoft.com/office/drawing/2014/main" id="{6CD46A62-A4F5-3780-8858-86AF86326C2C}"/>
                </a:ext>
              </a:extLst>
            </p:cNvPr>
            <p:cNvSpPr/>
            <p:nvPr/>
          </p:nvSpPr>
          <p:spPr>
            <a:xfrm>
              <a:off x="5801075" y="1484625"/>
              <a:ext cx="177725" cy="162475"/>
            </a:xfrm>
            <a:custGeom>
              <a:avLst/>
              <a:gdLst/>
              <a:ahLst/>
              <a:cxnLst/>
              <a:rect l="l" t="t" r="r" b="b"/>
              <a:pathLst>
                <a:path w="7109" h="6499" extrusionOk="0">
                  <a:moveTo>
                    <a:pt x="3554" y="1845"/>
                  </a:moveTo>
                  <a:lnTo>
                    <a:pt x="3920" y="2582"/>
                  </a:lnTo>
                  <a:cubicBezTo>
                    <a:pt x="4001" y="2751"/>
                    <a:pt x="4161" y="2866"/>
                    <a:pt x="4345" y="2893"/>
                  </a:cubicBezTo>
                  <a:lnTo>
                    <a:pt x="5158" y="3011"/>
                  </a:lnTo>
                  <a:lnTo>
                    <a:pt x="4569" y="3584"/>
                  </a:lnTo>
                  <a:cubicBezTo>
                    <a:pt x="4436" y="3714"/>
                    <a:pt x="4376" y="3901"/>
                    <a:pt x="4406" y="4086"/>
                  </a:cubicBezTo>
                  <a:lnTo>
                    <a:pt x="4545" y="4898"/>
                  </a:lnTo>
                  <a:lnTo>
                    <a:pt x="3820" y="4514"/>
                  </a:lnTo>
                  <a:cubicBezTo>
                    <a:pt x="3737" y="4469"/>
                    <a:pt x="3646" y="4446"/>
                    <a:pt x="3555" y="4446"/>
                  </a:cubicBezTo>
                  <a:cubicBezTo>
                    <a:pt x="3464" y="4446"/>
                    <a:pt x="3373" y="4469"/>
                    <a:pt x="3292" y="4514"/>
                  </a:cubicBezTo>
                  <a:lnTo>
                    <a:pt x="2561" y="4895"/>
                  </a:lnTo>
                  <a:lnTo>
                    <a:pt x="2703" y="4086"/>
                  </a:lnTo>
                  <a:cubicBezTo>
                    <a:pt x="2733" y="3901"/>
                    <a:pt x="2673" y="3714"/>
                    <a:pt x="2540" y="3584"/>
                  </a:cubicBezTo>
                  <a:lnTo>
                    <a:pt x="1951" y="3011"/>
                  </a:lnTo>
                  <a:lnTo>
                    <a:pt x="2763" y="2893"/>
                  </a:lnTo>
                  <a:cubicBezTo>
                    <a:pt x="2947" y="2866"/>
                    <a:pt x="3107" y="2751"/>
                    <a:pt x="3192" y="2582"/>
                  </a:cubicBezTo>
                  <a:lnTo>
                    <a:pt x="3554" y="1845"/>
                  </a:lnTo>
                  <a:close/>
                  <a:moveTo>
                    <a:pt x="3554" y="0"/>
                  </a:moveTo>
                  <a:cubicBezTo>
                    <a:pt x="3353" y="0"/>
                    <a:pt x="3151" y="106"/>
                    <a:pt x="3047" y="317"/>
                  </a:cubicBezTo>
                  <a:lnTo>
                    <a:pt x="2307" y="1815"/>
                  </a:lnTo>
                  <a:lnTo>
                    <a:pt x="653" y="2056"/>
                  </a:lnTo>
                  <a:cubicBezTo>
                    <a:pt x="188" y="2123"/>
                    <a:pt x="0" y="2694"/>
                    <a:pt x="339" y="3023"/>
                  </a:cubicBezTo>
                  <a:lnTo>
                    <a:pt x="1537" y="4188"/>
                  </a:lnTo>
                  <a:lnTo>
                    <a:pt x="1253" y="5837"/>
                  </a:lnTo>
                  <a:cubicBezTo>
                    <a:pt x="1191" y="6202"/>
                    <a:pt x="1480" y="6499"/>
                    <a:pt x="1809" y="6499"/>
                  </a:cubicBezTo>
                  <a:cubicBezTo>
                    <a:pt x="1897" y="6499"/>
                    <a:pt x="1987" y="6478"/>
                    <a:pt x="2075" y="6432"/>
                  </a:cubicBezTo>
                  <a:lnTo>
                    <a:pt x="3554" y="5656"/>
                  </a:lnTo>
                  <a:lnTo>
                    <a:pt x="5034" y="6432"/>
                  </a:lnTo>
                  <a:cubicBezTo>
                    <a:pt x="5121" y="6478"/>
                    <a:pt x="5212" y="6499"/>
                    <a:pt x="5299" y="6499"/>
                  </a:cubicBezTo>
                  <a:cubicBezTo>
                    <a:pt x="5629" y="6499"/>
                    <a:pt x="5917" y="6202"/>
                    <a:pt x="5855" y="5837"/>
                  </a:cubicBezTo>
                  <a:lnTo>
                    <a:pt x="5574" y="4188"/>
                  </a:lnTo>
                  <a:lnTo>
                    <a:pt x="6770" y="3023"/>
                  </a:lnTo>
                  <a:cubicBezTo>
                    <a:pt x="7108" y="2694"/>
                    <a:pt x="6921" y="2123"/>
                    <a:pt x="6456" y="2056"/>
                  </a:cubicBezTo>
                  <a:lnTo>
                    <a:pt x="4801" y="1815"/>
                  </a:lnTo>
                  <a:lnTo>
                    <a:pt x="4062" y="317"/>
                  </a:lnTo>
                  <a:cubicBezTo>
                    <a:pt x="3957" y="106"/>
                    <a:pt x="3756" y="0"/>
                    <a:pt x="355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016" name="Google Shape;1016;p57">
              <a:extLst>
                <a:ext uri="{FF2B5EF4-FFF2-40B4-BE49-F238E27FC236}">
                  <a16:creationId xmlns:a16="http://schemas.microsoft.com/office/drawing/2014/main" id="{9641B30D-FFF9-1CF7-B277-F6283D4FFC2F}"/>
                </a:ext>
              </a:extLst>
            </p:cNvPr>
            <p:cNvSpPr/>
            <p:nvPr/>
          </p:nvSpPr>
          <p:spPr>
            <a:xfrm>
              <a:off x="5648375" y="1427025"/>
              <a:ext cx="483200" cy="483125"/>
            </a:xfrm>
            <a:custGeom>
              <a:avLst/>
              <a:gdLst/>
              <a:ahLst/>
              <a:cxnLst/>
              <a:rect l="l" t="t" r="r" b="b"/>
              <a:pathLst>
                <a:path w="19328" h="19325" extrusionOk="0">
                  <a:moveTo>
                    <a:pt x="2265" y="2304"/>
                  </a:moveTo>
                  <a:cubicBezTo>
                    <a:pt x="2890" y="2304"/>
                    <a:pt x="3397" y="2808"/>
                    <a:pt x="3397" y="3437"/>
                  </a:cubicBezTo>
                  <a:lnTo>
                    <a:pt x="3397" y="7398"/>
                  </a:lnTo>
                  <a:lnTo>
                    <a:pt x="3397" y="7474"/>
                  </a:lnTo>
                  <a:lnTo>
                    <a:pt x="1637" y="6299"/>
                  </a:lnTo>
                  <a:cubicBezTo>
                    <a:pt x="1320" y="6088"/>
                    <a:pt x="1129" y="5734"/>
                    <a:pt x="1132" y="5357"/>
                  </a:cubicBezTo>
                  <a:lnTo>
                    <a:pt x="1132" y="3437"/>
                  </a:lnTo>
                  <a:cubicBezTo>
                    <a:pt x="1132" y="2808"/>
                    <a:pt x="1640" y="2304"/>
                    <a:pt x="2265" y="2304"/>
                  </a:cubicBezTo>
                  <a:close/>
                  <a:moveTo>
                    <a:pt x="17060" y="2304"/>
                  </a:moveTo>
                  <a:cubicBezTo>
                    <a:pt x="17685" y="2304"/>
                    <a:pt x="18192" y="2808"/>
                    <a:pt x="18192" y="3437"/>
                  </a:cubicBezTo>
                  <a:lnTo>
                    <a:pt x="18192" y="5357"/>
                  </a:lnTo>
                  <a:cubicBezTo>
                    <a:pt x="18192" y="5737"/>
                    <a:pt x="18005" y="6091"/>
                    <a:pt x="17688" y="6302"/>
                  </a:cubicBezTo>
                  <a:lnTo>
                    <a:pt x="15928" y="7474"/>
                  </a:lnTo>
                  <a:lnTo>
                    <a:pt x="15928" y="7398"/>
                  </a:lnTo>
                  <a:lnTo>
                    <a:pt x="15928" y="3437"/>
                  </a:lnTo>
                  <a:cubicBezTo>
                    <a:pt x="15928" y="2808"/>
                    <a:pt x="16435" y="2304"/>
                    <a:pt x="17060" y="2304"/>
                  </a:cubicBezTo>
                  <a:close/>
                  <a:moveTo>
                    <a:pt x="14795" y="1133"/>
                  </a:moveTo>
                  <a:lnTo>
                    <a:pt x="14795" y="7398"/>
                  </a:lnTo>
                  <a:cubicBezTo>
                    <a:pt x="14795" y="8763"/>
                    <a:pt x="14095" y="9641"/>
                    <a:pt x="12120" y="10759"/>
                  </a:cubicBezTo>
                  <a:cubicBezTo>
                    <a:pt x="11069" y="11354"/>
                    <a:pt x="10372" y="12422"/>
                    <a:pt x="10248" y="13627"/>
                  </a:cubicBezTo>
                  <a:lnTo>
                    <a:pt x="9058" y="13627"/>
                  </a:lnTo>
                  <a:cubicBezTo>
                    <a:pt x="8877" y="12368"/>
                    <a:pt x="8041" y="11269"/>
                    <a:pt x="6791" y="10686"/>
                  </a:cubicBezTo>
                  <a:cubicBezTo>
                    <a:pt x="5332" y="10007"/>
                    <a:pt x="4529" y="8835"/>
                    <a:pt x="4529" y="7398"/>
                  </a:cubicBezTo>
                  <a:lnTo>
                    <a:pt x="4529" y="1133"/>
                  </a:lnTo>
                  <a:close/>
                  <a:moveTo>
                    <a:pt x="11927" y="14759"/>
                  </a:moveTo>
                  <a:cubicBezTo>
                    <a:pt x="12241" y="14759"/>
                    <a:pt x="12495" y="15010"/>
                    <a:pt x="12495" y="15324"/>
                  </a:cubicBezTo>
                  <a:lnTo>
                    <a:pt x="12495" y="15892"/>
                  </a:lnTo>
                  <a:lnTo>
                    <a:pt x="10795" y="15892"/>
                  </a:lnTo>
                  <a:cubicBezTo>
                    <a:pt x="10481" y="15892"/>
                    <a:pt x="10230" y="16142"/>
                    <a:pt x="10230" y="16456"/>
                  </a:cubicBezTo>
                  <a:cubicBezTo>
                    <a:pt x="10230" y="16770"/>
                    <a:pt x="10481" y="17024"/>
                    <a:pt x="10795" y="17024"/>
                  </a:cubicBezTo>
                  <a:lnTo>
                    <a:pt x="13059" y="17024"/>
                  </a:lnTo>
                  <a:cubicBezTo>
                    <a:pt x="13373" y="17024"/>
                    <a:pt x="13627" y="17275"/>
                    <a:pt x="13627" y="17589"/>
                  </a:cubicBezTo>
                  <a:lnTo>
                    <a:pt x="13627" y="18193"/>
                  </a:lnTo>
                  <a:lnTo>
                    <a:pt x="5701" y="18193"/>
                  </a:lnTo>
                  <a:lnTo>
                    <a:pt x="5701" y="17589"/>
                  </a:lnTo>
                  <a:cubicBezTo>
                    <a:pt x="5701" y="17275"/>
                    <a:pt x="5951" y="17024"/>
                    <a:pt x="6265" y="17024"/>
                  </a:cubicBezTo>
                  <a:lnTo>
                    <a:pt x="8530" y="17024"/>
                  </a:lnTo>
                  <a:cubicBezTo>
                    <a:pt x="8844" y="17024"/>
                    <a:pt x="9095" y="16770"/>
                    <a:pt x="9095" y="16456"/>
                  </a:cubicBezTo>
                  <a:cubicBezTo>
                    <a:pt x="9095" y="16142"/>
                    <a:pt x="8844" y="15892"/>
                    <a:pt x="8530" y="15892"/>
                  </a:cubicBezTo>
                  <a:lnTo>
                    <a:pt x="6833" y="15892"/>
                  </a:lnTo>
                  <a:lnTo>
                    <a:pt x="6833" y="15324"/>
                  </a:lnTo>
                  <a:cubicBezTo>
                    <a:pt x="6833" y="15010"/>
                    <a:pt x="7084" y="14759"/>
                    <a:pt x="7398" y="14759"/>
                  </a:cubicBezTo>
                  <a:close/>
                  <a:moveTo>
                    <a:pt x="3965" y="0"/>
                  </a:moveTo>
                  <a:cubicBezTo>
                    <a:pt x="3651" y="0"/>
                    <a:pt x="3397" y="254"/>
                    <a:pt x="3397" y="568"/>
                  </a:cubicBezTo>
                  <a:lnTo>
                    <a:pt x="3397" y="1474"/>
                  </a:lnTo>
                  <a:cubicBezTo>
                    <a:pt x="3032" y="1264"/>
                    <a:pt x="2645" y="1168"/>
                    <a:pt x="2269" y="1168"/>
                  </a:cubicBezTo>
                  <a:cubicBezTo>
                    <a:pt x="1086" y="1168"/>
                    <a:pt x="0" y="2113"/>
                    <a:pt x="0" y="3437"/>
                  </a:cubicBezTo>
                  <a:lnTo>
                    <a:pt x="0" y="5357"/>
                  </a:lnTo>
                  <a:cubicBezTo>
                    <a:pt x="0" y="6115"/>
                    <a:pt x="378" y="6821"/>
                    <a:pt x="1009" y="7241"/>
                  </a:cubicBezTo>
                  <a:lnTo>
                    <a:pt x="3651" y="9001"/>
                  </a:lnTo>
                  <a:cubicBezTo>
                    <a:pt x="3663" y="9010"/>
                    <a:pt x="3678" y="9019"/>
                    <a:pt x="3690" y="9026"/>
                  </a:cubicBezTo>
                  <a:cubicBezTo>
                    <a:pt x="4125" y="10170"/>
                    <a:pt x="5027" y="11112"/>
                    <a:pt x="6314" y="11710"/>
                  </a:cubicBezTo>
                  <a:cubicBezTo>
                    <a:pt x="7156" y="12105"/>
                    <a:pt x="7736" y="12812"/>
                    <a:pt x="7911" y="13627"/>
                  </a:cubicBezTo>
                  <a:lnTo>
                    <a:pt x="7398" y="13627"/>
                  </a:lnTo>
                  <a:cubicBezTo>
                    <a:pt x="6459" y="13627"/>
                    <a:pt x="5701" y="14385"/>
                    <a:pt x="5701" y="15324"/>
                  </a:cubicBezTo>
                  <a:lnTo>
                    <a:pt x="5701" y="15988"/>
                  </a:lnTo>
                  <a:cubicBezTo>
                    <a:pt x="5021" y="16227"/>
                    <a:pt x="4569" y="16870"/>
                    <a:pt x="4569" y="17589"/>
                  </a:cubicBezTo>
                  <a:lnTo>
                    <a:pt x="4569" y="18760"/>
                  </a:lnTo>
                  <a:cubicBezTo>
                    <a:pt x="4569" y="19071"/>
                    <a:pt x="4819" y="19325"/>
                    <a:pt x="5133" y="19325"/>
                  </a:cubicBezTo>
                  <a:lnTo>
                    <a:pt x="14191" y="19325"/>
                  </a:lnTo>
                  <a:cubicBezTo>
                    <a:pt x="14506" y="19325"/>
                    <a:pt x="14759" y="19071"/>
                    <a:pt x="14759" y="18760"/>
                  </a:cubicBezTo>
                  <a:lnTo>
                    <a:pt x="14759" y="17589"/>
                  </a:lnTo>
                  <a:cubicBezTo>
                    <a:pt x="14756" y="16870"/>
                    <a:pt x="14303" y="16227"/>
                    <a:pt x="13627" y="15988"/>
                  </a:cubicBezTo>
                  <a:lnTo>
                    <a:pt x="13627" y="15324"/>
                  </a:lnTo>
                  <a:cubicBezTo>
                    <a:pt x="13624" y="14385"/>
                    <a:pt x="12866" y="13627"/>
                    <a:pt x="11927" y="13627"/>
                  </a:cubicBezTo>
                  <a:lnTo>
                    <a:pt x="11389" y="13627"/>
                  </a:lnTo>
                  <a:cubicBezTo>
                    <a:pt x="11507" y="12833"/>
                    <a:pt x="11981" y="12139"/>
                    <a:pt x="12679" y="11743"/>
                  </a:cubicBezTo>
                  <a:cubicBezTo>
                    <a:pt x="14044" y="10973"/>
                    <a:pt x="15088" y="10170"/>
                    <a:pt x="15593" y="9047"/>
                  </a:cubicBezTo>
                  <a:cubicBezTo>
                    <a:pt x="15623" y="9035"/>
                    <a:pt x="15650" y="9019"/>
                    <a:pt x="15677" y="9001"/>
                  </a:cubicBezTo>
                  <a:lnTo>
                    <a:pt x="18319" y="7241"/>
                  </a:lnTo>
                  <a:cubicBezTo>
                    <a:pt x="18947" y="6821"/>
                    <a:pt x="19328" y="6115"/>
                    <a:pt x="19328" y="5357"/>
                  </a:cubicBezTo>
                  <a:lnTo>
                    <a:pt x="19328" y="3437"/>
                  </a:lnTo>
                  <a:cubicBezTo>
                    <a:pt x="19325" y="2113"/>
                    <a:pt x="18239" y="1168"/>
                    <a:pt x="17057" y="1168"/>
                  </a:cubicBezTo>
                  <a:cubicBezTo>
                    <a:pt x="16681" y="1168"/>
                    <a:pt x="16295" y="1264"/>
                    <a:pt x="15931" y="1474"/>
                  </a:cubicBezTo>
                  <a:lnTo>
                    <a:pt x="15931" y="568"/>
                  </a:lnTo>
                  <a:cubicBezTo>
                    <a:pt x="15931" y="254"/>
                    <a:pt x="15677" y="0"/>
                    <a:pt x="1536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sp>
        <p:nvSpPr>
          <p:cNvPr id="1017" name="Google Shape;1017;p57">
            <a:extLst>
              <a:ext uri="{FF2B5EF4-FFF2-40B4-BE49-F238E27FC236}">
                <a16:creationId xmlns:a16="http://schemas.microsoft.com/office/drawing/2014/main" id="{FA131EE5-BC9C-78CF-D4ED-F4FA8FE3D50C}"/>
              </a:ext>
            </a:extLst>
          </p:cNvPr>
          <p:cNvSpPr/>
          <p:nvPr/>
        </p:nvSpPr>
        <p:spPr>
          <a:xfrm>
            <a:off x="1643982" y="1490992"/>
            <a:ext cx="493786" cy="548617"/>
          </a:xfrm>
          <a:custGeom>
            <a:avLst/>
            <a:gdLst/>
            <a:ahLst/>
            <a:cxnLst/>
            <a:rect l="l" t="t" r="r" b="b"/>
            <a:pathLst>
              <a:path w="17058" h="19326" extrusionOk="0">
                <a:moveTo>
                  <a:pt x="15013" y="2021"/>
                </a:moveTo>
                <a:lnTo>
                  <a:pt x="11577" y="5741"/>
                </a:lnTo>
                <a:cubicBezTo>
                  <a:pt x="11378" y="5958"/>
                  <a:pt x="11378" y="6290"/>
                  <a:pt x="11577" y="6507"/>
                </a:cubicBezTo>
                <a:lnTo>
                  <a:pt x="15013" y="10230"/>
                </a:lnTo>
                <a:lnTo>
                  <a:pt x="3195" y="10230"/>
                </a:lnTo>
                <a:lnTo>
                  <a:pt x="3195" y="2021"/>
                </a:lnTo>
                <a:close/>
                <a:moveTo>
                  <a:pt x="1716" y="1133"/>
                </a:moveTo>
                <a:cubicBezTo>
                  <a:pt x="1906" y="1136"/>
                  <a:pt x="2060" y="1290"/>
                  <a:pt x="2063" y="1480"/>
                </a:cubicBezTo>
                <a:lnTo>
                  <a:pt x="2063" y="17846"/>
                </a:lnTo>
                <a:cubicBezTo>
                  <a:pt x="2060" y="18036"/>
                  <a:pt x="1906" y="18190"/>
                  <a:pt x="1716" y="18193"/>
                </a:cubicBezTo>
                <a:lnTo>
                  <a:pt x="1483" y="18193"/>
                </a:lnTo>
                <a:cubicBezTo>
                  <a:pt x="1290" y="18190"/>
                  <a:pt x="1136" y="18036"/>
                  <a:pt x="1133" y="17846"/>
                </a:cubicBezTo>
                <a:lnTo>
                  <a:pt x="1133" y="1480"/>
                </a:lnTo>
                <a:cubicBezTo>
                  <a:pt x="1136" y="1290"/>
                  <a:pt x="1290" y="1136"/>
                  <a:pt x="1483" y="1133"/>
                </a:cubicBezTo>
                <a:close/>
                <a:moveTo>
                  <a:pt x="1483" y="1"/>
                </a:moveTo>
                <a:cubicBezTo>
                  <a:pt x="665" y="1"/>
                  <a:pt x="4" y="665"/>
                  <a:pt x="1" y="1480"/>
                </a:cubicBezTo>
                <a:lnTo>
                  <a:pt x="1" y="17846"/>
                </a:lnTo>
                <a:cubicBezTo>
                  <a:pt x="4" y="18661"/>
                  <a:pt x="665" y="19325"/>
                  <a:pt x="1483" y="19325"/>
                </a:cubicBezTo>
                <a:lnTo>
                  <a:pt x="1716" y="19325"/>
                </a:lnTo>
                <a:cubicBezTo>
                  <a:pt x="2531" y="19325"/>
                  <a:pt x="3195" y="18661"/>
                  <a:pt x="3195" y="17846"/>
                </a:cubicBezTo>
                <a:lnTo>
                  <a:pt x="3195" y="11363"/>
                </a:lnTo>
                <a:lnTo>
                  <a:pt x="16306" y="11363"/>
                </a:lnTo>
                <a:cubicBezTo>
                  <a:pt x="16801" y="11360"/>
                  <a:pt x="17058" y="10774"/>
                  <a:pt x="16722" y="10412"/>
                </a:cubicBezTo>
                <a:lnTo>
                  <a:pt x="12764" y="6124"/>
                </a:lnTo>
                <a:lnTo>
                  <a:pt x="16722" y="1836"/>
                </a:lnTo>
                <a:cubicBezTo>
                  <a:pt x="16873" y="1673"/>
                  <a:pt x="16916" y="1432"/>
                  <a:pt x="16825" y="1226"/>
                </a:cubicBezTo>
                <a:cubicBezTo>
                  <a:pt x="16734" y="1021"/>
                  <a:pt x="16532" y="885"/>
                  <a:pt x="16306" y="885"/>
                </a:cubicBezTo>
                <a:lnTo>
                  <a:pt x="3071" y="885"/>
                </a:lnTo>
                <a:cubicBezTo>
                  <a:pt x="2833" y="348"/>
                  <a:pt x="2302" y="1"/>
                  <a:pt x="1716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8" name="Google Shape;1018;p57">
            <a:extLst>
              <a:ext uri="{FF2B5EF4-FFF2-40B4-BE49-F238E27FC236}">
                <a16:creationId xmlns:a16="http://schemas.microsoft.com/office/drawing/2014/main" id="{8D190F3F-A550-B669-E7B2-7B27896F7D7B}"/>
              </a:ext>
            </a:extLst>
          </p:cNvPr>
          <p:cNvSpPr/>
          <p:nvPr/>
        </p:nvSpPr>
        <p:spPr>
          <a:xfrm>
            <a:off x="4272922" y="1490972"/>
            <a:ext cx="603507" cy="548657"/>
          </a:xfrm>
          <a:custGeom>
            <a:avLst/>
            <a:gdLst/>
            <a:ahLst/>
            <a:cxnLst/>
            <a:rect l="l" t="t" r="r" b="b"/>
            <a:pathLst>
              <a:path w="19655" h="18246" extrusionOk="0">
                <a:moveTo>
                  <a:pt x="9829" y="1835"/>
                </a:moveTo>
                <a:lnTo>
                  <a:pt x="12133" y="6452"/>
                </a:lnTo>
                <a:cubicBezTo>
                  <a:pt x="12218" y="6618"/>
                  <a:pt x="12375" y="6733"/>
                  <a:pt x="12559" y="6760"/>
                </a:cubicBezTo>
                <a:lnTo>
                  <a:pt x="17698" y="7500"/>
                </a:lnTo>
                <a:lnTo>
                  <a:pt x="13984" y="11078"/>
                </a:lnTo>
                <a:cubicBezTo>
                  <a:pt x="13848" y="11211"/>
                  <a:pt x="13788" y="11398"/>
                  <a:pt x="13821" y="11582"/>
                </a:cubicBezTo>
                <a:lnTo>
                  <a:pt x="14700" y="16646"/>
                </a:lnTo>
                <a:lnTo>
                  <a:pt x="10092" y="14251"/>
                </a:lnTo>
                <a:cubicBezTo>
                  <a:pt x="10009" y="14209"/>
                  <a:pt x="9919" y="14188"/>
                  <a:pt x="9830" y="14188"/>
                </a:cubicBezTo>
                <a:cubicBezTo>
                  <a:pt x="9740" y="14188"/>
                  <a:pt x="9651" y="14209"/>
                  <a:pt x="9570" y="14251"/>
                </a:cubicBezTo>
                <a:lnTo>
                  <a:pt x="4962" y="16646"/>
                </a:lnTo>
                <a:lnTo>
                  <a:pt x="5838" y="11582"/>
                </a:lnTo>
                <a:cubicBezTo>
                  <a:pt x="5871" y="11398"/>
                  <a:pt x="5810" y="11208"/>
                  <a:pt x="5674" y="11078"/>
                </a:cubicBezTo>
                <a:lnTo>
                  <a:pt x="1961" y="7500"/>
                </a:lnTo>
                <a:lnTo>
                  <a:pt x="7100" y="6760"/>
                </a:lnTo>
                <a:cubicBezTo>
                  <a:pt x="7284" y="6733"/>
                  <a:pt x="7441" y="6618"/>
                  <a:pt x="7525" y="6452"/>
                </a:cubicBezTo>
                <a:lnTo>
                  <a:pt x="9829" y="1835"/>
                </a:lnTo>
                <a:close/>
                <a:moveTo>
                  <a:pt x="9828" y="1"/>
                </a:moveTo>
                <a:cubicBezTo>
                  <a:pt x="9627" y="1"/>
                  <a:pt x="9426" y="105"/>
                  <a:pt x="9322" y="313"/>
                </a:cubicBezTo>
                <a:lnTo>
                  <a:pt x="6641" y="5682"/>
                </a:lnTo>
                <a:lnTo>
                  <a:pt x="653" y="6543"/>
                </a:lnTo>
                <a:cubicBezTo>
                  <a:pt x="188" y="6609"/>
                  <a:pt x="1" y="7183"/>
                  <a:pt x="339" y="7509"/>
                </a:cubicBezTo>
                <a:lnTo>
                  <a:pt x="4672" y="11685"/>
                </a:lnTo>
                <a:lnTo>
                  <a:pt x="3648" y="17579"/>
                </a:lnTo>
                <a:cubicBezTo>
                  <a:pt x="3584" y="17947"/>
                  <a:pt x="3875" y="18245"/>
                  <a:pt x="4207" y="18245"/>
                </a:cubicBezTo>
                <a:cubicBezTo>
                  <a:pt x="4293" y="18245"/>
                  <a:pt x="4383" y="18225"/>
                  <a:pt x="4470" y="18180"/>
                </a:cubicBezTo>
                <a:lnTo>
                  <a:pt x="9829" y="15393"/>
                </a:lnTo>
                <a:lnTo>
                  <a:pt x="15189" y="18180"/>
                </a:lnTo>
                <a:cubicBezTo>
                  <a:pt x="15275" y="18225"/>
                  <a:pt x="15365" y="18245"/>
                  <a:pt x="15452" y="18245"/>
                </a:cubicBezTo>
                <a:cubicBezTo>
                  <a:pt x="15782" y="18245"/>
                  <a:pt x="16072" y="17948"/>
                  <a:pt x="16007" y="17582"/>
                </a:cubicBezTo>
                <a:lnTo>
                  <a:pt x="14986" y="11685"/>
                </a:lnTo>
                <a:lnTo>
                  <a:pt x="19316" y="7512"/>
                </a:lnTo>
                <a:cubicBezTo>
                  <a:pt x="19655" y="7183"/>
                  <a:pt x="19470" y="6609"/>
                  <a:pt x="19005" y="6543"/>
                </a:cubicBezTo>
                <a:lnTo>
                  <a:pt x="13015" y="5682"/>
                </a:lnTo>
                <a:lnTo>
                  <a:pt x="10333" y="313"/>
                </a:lnTo>
                <a:cubicBezTo>
                  <a:pt x="10229" y="105"/>
                  <a:pt x="10029" y="1"/>
                  <a:pt x="9828" y="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435D74"/>
              </a:solidFill>
            </a:endParaRPr>
          </a:p>
        </p:txBody>
      </p:sp>
      <p:sp>
        <p:nvSpPr>
          <p:cNvPr id="1019" name="Google Shape;1019;p57">
            <a:extLst>
              <a:ext uri="{FF2B5EF4-FFF2-40B4-BE49-F238E27FC236}">
                <a16:creationId xmlns:a16="http://schemas.microsoft.com/office/drawing/2014/main" id="{77E8BC41-260E-ED7E-917C-037419AF8A33}"/>
              </a:ext>
            </a:extLst>
          </p:cNvPr>
          <p:cNvSpPr/>
          <p:nvPr/>
        </p:nvSpPr>
        <p:spPr>
          <a:xfrm>
            <a:off x="1484375" y="186019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0" name="Google Shape;1020;p57">
            <a:extLst>
              <a:ext uri="{FF2B5EF4-FFF2-40B4-BE49-F238E27FC236}">
                <a16:creationId xmlns:a16="http://schemas.microsoft.com/office/drawing/2014/main" id="{4456C8F3-509B-3423-F55F-B7C013790ED6}"/>
              </a:ext>
            </a:extLst>
          </p:cNvPr>
          <p:cNvSpPr/>
          <p:nvPr/>
        </p:nvSpPr>
        <p:spPr>
          <a:xfrm>
            <a:off x="4360117" y="1388348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1" name="Google Shape;1021;p57">
            <a:extLst>
              <a:ext uri="{FF2B5EF4-FFF2-40B4-BE49-F238E27FC236}">
                <a16:creationId xmlns:a16="http://schemas.microsoft.com/office/drawing/2014/main" id="{66598B6B-A63C-5D52-4CCA-B5F20E3AA7BD}"/>
              </a:ext>
            </a:extLst>
          </p:cNvPr>
          <p:cNvSpPr/>
          <p:nvPr/>
        </p:nvSpPr>
        <p:spPr>
          <a:xfrm>
            <a:off x="7057617" y="1462407"/>
            <a:ext cx="401700" cy="401700"/>
          </a:xfrm>
          <a:prstGeom prst="ellipse">
            <a:avLst/>
          </a:prstGeom>
          <a:solidFill>
            <a:srgbClr val="718AC6">
              <a:alpha val="3839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98186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2">
          <a:extLst>
            <a:ext uri="{FF2B5EF4-FFF2-40B4-BE49-F238E27FC236}">
              <a16:creationId xmlns:a16="http://schemas.microsoft.com/office/drawing/2014/main" id="{708D5CCE-31AE-7558-D184-852CCFCA8D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53">
            <a:extLst>
              <a:ext uri="{FF2B5EF4-FFF2-40B4-BE49-F238E27FC236}">
                <a16:creationId xmlns:a16="http://schemas.microsoft.com/office/drawing/2014/main" id="{865E6450-37DB-7F4C-597C-9D4CFB60F465}"/>
              </a:ext>
            </a:extLst>
          </p:cNvPr>
          <p:cNvSpPr/>
          <p:nvPr/>
        </p:nvSpPr>
        <p:spPr>
          <a:xfrm>
            <a:off x="1532631" y="3909809"/>
            <a:ext cx="998400" cy="998400"/>
          </a:xfrm>
          <a:prstGeom prst="ellipse">
            <a:avLst/>
          </a:prstGeom>
          <a:solidFill>
            <a:schemeClr val="hlink">
              <a:alpha val="3839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4" name="Google Shape;834;p53">
            <a:extLst>
              <a:ext uri="{FF2B5EF4-FFF2-40B4-BE49-F238E27FC236}">
                <a16:creationId xmlns:a16="http://schemas.microsoft.com/office/drawing/2014/main" id="{65C49D48-4FD3-2EC8-EB04-EEA7EC23BD85}"/>
              </a:ext>
            </a:extLst>
          </p:cNvPr>
          <p:cNvSpPr/>
          <p:nvPr/>
        </p:nvSpPr>
        <p:spPr>
          <a:xfrm>
            <a:off x="2080775" y="535000"/>
            <a:ext cx="6261600" cy="4597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5" name="Google Shape;835;p53">
            <a:extLst>
              <a:ext uri="{FF2B5EF4-FFF2-40B4-BE49-F238E27FC236}">
                <a16:creationId xmlns:a16="http://schemas.microsoft.com/office/drawing/2014/main" id="{3F588B14-4037-C6E7-4C5F-D218D9C2A9BF}"/>
              </a:ext>
            </a:extLst>
          </p:cNvPr>
          <p:cNvSpPr/>
          <p:nvPr/>
        </p:nvSpPr>
        <p:spPr>
          <a:xfrm>
            <a:off x="2399966" y="717189"/>
            <a:ext cx="5580000" cy="4311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36" name="Google Shape;836;p53">
            <a:extLst>
              <a:ext uri="{FF2B5EF4-FFF2-40B4-BE49-F238E27FC236}">
                <a16:creationId xmlns:a16="http://schemas.microsoft.com/office/drawing/2014/main" id="{894BF322-57A7-005B-2C50-B181674060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32311" y="2562954"/>
            <a:ext cx="4944900" cy="1465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Descrierea aplicatiei + concluzii</a:t>
            </a:r>
            <a:endParaRPr dirty="0"/>
          </a:p>
        </p:txBody>
      </p:sp>
      <p:sp>
        <p:nvSpPr>
          <p:cNvPr id="837" name="Google Shape;837;p53">
            <a:extLst>
              <a:ext uri="{FF2B5EF4-FFF2-40B4-BE49-F238E27FC236}">
                <a16:creationId xmlns:a16="http://schemas.microsoft.com/office/drawing/2014/main" id="{C1F3CC71-79C3-42B9-5BBE-C21A1A607F7D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736775" y="1349167"/>
            <a:ext cx="18828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06.</a:t>
            </a:r>
            <a:endParaRPr dirty="0"/>
          </a:p>
        </p:txBody>
      </p:sp>
      <p:cxnSp>
        <p:nvCxnSpPr>
          <p:cNvPr id="839" name="Google Shape;839;p53">
            <a:extLst>
              <a:ext uri="{FF2B5EF4-FFF2-40B4-BE49-F238E27FC236}">
                <a16:creationId xmlns:a16="http://schemas.microsoft.com/office/drawing/2014/main" id="{E6A60CA1-A0B2-1C87-783D-93AEC88E85F3}"/>
              </a:ext>
            </a:extLst>
          </p:cNvPr>
          <p:cNvCxnSpPr/>
          <p:nvPr/>
        </p:nvCxnSpPr>
        <p:spPr>
          <a:xfrm rot="10800000" flipH="1">
            <a:off x="2828575" y="4400742"/>
            <a:ext cx="5494200" cy="165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840" name="Google Shape;840;p53">
            <a:extLst>
              <a:ext uri="{FF2B5EF4-FFF2-40B4-BE49-F238E27FC236}">
                <a16:creationId xmlns:a16="http://schemas.microsoft.com/office/drawing/2014/main" id="{275E35D7-6B85-5906-D804-98025837EA5F}"/>
              </a:ext>
            </a:extLst>
          </p:cNvPr>
          <p:cNvGrpSpPr/>
          <p:nvPr/>
        </p:nvGrpSpPr>
        <p:grpSpPr>
          <a:xfrm rot="-5400000">
            <a:off x="7593664" y="1799657"/>
            <a:ext cx="772605" cy="196301"/>
            <a:chOff x="2641350" y="846250"/>
            <a:chExt cx="413600" cy="105075"/>
          </a:xfrm>
        </p:grpSpPr>
        <p:sp>
          <p:nvSpPr>
            <p:cNvPr id="841" name="Google Shape;841;p53">
              <a:extLst>
                <a:ext uri="{FF2B5EF4-FFF2-40B4-BE49-F238E27FC236}">
                  <a16:creationId xmlns:a16="http://schemas.microsoft.com/office/drawing/2014/main" id="{F9923DE2-A988-7115-0EE8-681DE3280382}"/>
                </a:ext>
              </a:extLst>
            </p:cNvPr>
            <p:cNvSpPr/>
            <p:nvPr/>
          </p:nvSpPr>
          <p:spPr>
            <a:xfrm>
              <a:off x="2991475" y="846250"/>
              <a:ext cx="63475" cy="105075"/>
            </a:xfrm>
            <a:custGeom>
              <a:avLst/>
              <a:gdLst/>
              <a:ahLst/>
              <a:cxnLst/>
              <a:rect l="l" t="t" r="r" b="b"/>
              <a:pathLst>
                <a:path w="2539" h="4203" extrusionOk="0">
                  <a:moveTo>
                    <a:pt x="2092" y="1"/>
                  </a:moveTo>
                  <a:lnTo>
                    <a:pt x="1" y="2111"/>
                  </a:lnTo>
                  <a:lnTo>
                    <a:pt x="2092" y="4202"/>
                  </a:lnTo>
                  <a:lnTo>
                    <a:pt x="2538" y="3756"/>
                  </a:lnTo>
                  <a:lnTo>
                    <a:pt x="874" y="2111"/>
                  </a:lnTo>
                  <a:lnTo>
                    <a:pt x="2538" y="447"/>
                  </a:lnTo>
                  <a:lnTo>
                    <a:pt x="209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53">
              <a:extLst>
                <a:ext uri="{FF2B5EF4-FFF2-40B4-BE49-F238E27FC236}">
                  <a16:creationId xmlns:a16="http://schemas.microsoft.com/office/drawing/2014/main" id="{E61C1A4B-A912-CE4B-A703-D4CB45EFBE78}"/>
                </a:ext>
              </a:extLst>
            </p:cNvPr>
            <p:cNvSpPr/>
            <p:nvPr/>
          </p:nvSpPr>
          <p:spPr>
            <a:xfrm>
              <a:off x="28747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091" y="1"/>
                  </a:moveTo>
                  <a:lnTo>
                    <a:pt x="0" y="2111"/>
                  </a:lnTo>
                  <a:lnTo>
                    <a:pt x="2091" y="4202"/>
                  </a:lnTo>
                  <a:lnTo>
                    <a:pt x="2538" y="3756"/>
                  </a:lnTo>
                  <a:lnTo>
                    <a:pt x="894" y="2111"/>
                  </a:lnTo>
                  <a:lnTo>
                    <a:pt x="2538" y="447"/>
                  </a:lnTo>
                  <a:lnTo>
                    <a:pt x="209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53">
              <a:extLst>
                <a:ext uri="{FF2B5EF4-FFF2-40B4-BE49-F238E27FC236}">
                  <a16:creationId xmlns:a16="http://schemas.microsoft.com/office/drawing/2014/main" id="{5B2C78A7-50C6-FBBB-BAB4-1F8F92EAA938}"/>
                </a:ext>
              </a:extLst>
            </p:cNvPr>
            <p:cNvSpPr/>
            <p:nvPr/>
          </p:nvSpPr>
          <p:spPr>
            <a:xfrm>
              <a:off x="2758075" y="846250"/>
              <a:ext cx="63450" cy="105075"/>
            </a:xfrm>
            <a:custGeom>
              <a:avLst/>
              <a:gdLst/>
              <a:ahLst/>
              <a:cxnLst/>
              <a:rect l="l" t="t" r="r" b="b"/>
              <a:pathLst>
                <a:path w="2538" h="4203" extrusionOk="0">
                  <a:moveTo>
                    <a:pt x="2111" y="1"/>
                  </a:moveTo>
                  <a:lnTo>
                    <a:pt x="0" y="2111"/>
                  </a:lnTo>
                  <a:lnTo>
                    <a:pt x="2111" y="4202"/>
                  </a:lnTo>
                  <a:lnTo>
                    <a:pt x="2537" y="3756"/>
                  </a:lnTo>
                  <a:lnTo>
                    <a:pt x="893" y="2111"/>
                  </a:lnTo>
                  <a:lnTo>
                    <a:pt x="2537" y="447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53">
              <a:extLst>
                <a:ext uri="{FF2B5EF4-FFF2-40B4-BE49-F238E27FC236}">
                  <a16:creationId xmlns:a16="http://schemas.microsoft.com/office/drawing/2014/main" id="{09A80957-5656-BFD6-D092-DCC5816AC28F}"/>
                </a:ext>
              </a:extLst>
            </p:cNvPr>
            <p:cNvSpPr/>
            <p:nvPr/>
          </p:nvSpPr>
          <p:spPr>
            <a:xfrm>
              <a:off x="2641350" y="846250"/>
              <a:ext cx="63975" cy="105075"/>
            </a:xfrm>
            <a:custGeom>
              <a:avLst/>
              <a:gdLst/>
              <a:ahLst/>
              <a:cxnLst/>
              <a:rect l="l" t="t" r="r" b="b"/>
              <a:pathLst>
                <a:path w="2559" h="4203" extrusionOk="0">
                  <a:moveTo>
                    <a:pt x="2112" y="1"/>
                  </a:moveTo>
                  <a:lnTo>
                    <a:pt x="1" y="2111"/>
                  </a:lnTo>
                  <a:lnTo>
                    <a:pt x="2112" y="4202"/>
                  </a:lnTo>
                  <a:lnTo>
                    <a:pt x="2558" y="3756"/>
                  </a:lnTo>
                  <a:lnTo>
                    <a:pt x="894" y="2111"/>
                  </a:lnTo>
                  <a:lnTo>
                    <a:pt x="2558" y="447"/>
                  </a:lnTo>
                  <a:lnTo>
                    <a:pt x="2112" y="1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53">
            <a:extLst>
              <a:ext uri="{FF2B5EF4-FFF2-40B4-BE49-F238E27FC236}">
                <a16:creationId xmlns:a16="http://schemas.microsoft.com/office/drawing/2014/main" id="{FE64F2B5-BFBC-68ED-A749-D128F319754C}"/>
              </a:ext>
            </a:extLst>
          </p:cNvPr>
          <p:cNvGrpSpPr/>
          <p:nvPr/>
        </p:nvGrpSpPr>
        <p:grpSpPr>
          <a:xfrm rot="5400000">
            <a:off x="-847462" y="1804154"/>
            <a:ext cx="3397850" cy="187275"/>
            <a:chOff x="-3237675" y="-1132050"/>
            <a:chExt cx="3397850" cy="187275"/>
          </a:xfrm>
        </p:grpSpPr>
        <p:sp>
          <p:nvSpPr>
            <p:cNvPr id="846" name="Google Shape;846;p53">
              <a:extLst>
                <a:ext uri="{FF2B5EF4-FFF2-40B4-BE49-F238E27FC236}">
                  <a16:creationId xmlns:a16="http://schemas.microsoft.com/office/drawing/2014/main" id="{D50036FE-8999-6946-52E0-F32A90799836}"/>
                </a:ext>
              </a:extLst>
            </p:cNvPr>
            <p:cNvSpPr/>
            <p:nvPr/>
          </p:nvSpPr>
          <p:spPr>
            <a:xfrm>
              <a:off x="-37875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53">
              <a:extLst>
                <a:ext uri="{FF2B5EF4-FFF2-40B4-BE49-F238E27FC236}">
                  <a16:creationId xmlns:a16="http://schemas.microsoft.com/office/drawing/2014/main" id="{42927C08-CAE0-CBEB-80FC-9B20FD75DC5B}"/>
                </a:ext>
              </a:extLst>
            </p:cNvPr>
            <p:cNvSpPr/>
            <p:nvPr/>
          </p:nvSpPr>
          <p:spPr>
            <a:xfrm>
              <a:off x="29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53">
              <a:extLst>
                <a:ext uri="{FF2B5EF4-FFF2-40B4-BE49-F238E27FC236}">
                  <a16:creationId xmlns:a16="http://schemas.microsoft.com/office/drawing/2014/main" id="{9BE264A9-D0FD-36D7-ABAC-6C3BF2DD98D8}"/>
                </a:ext>
              </a:extLst>
            </p:cNvPr>
            <p:cNvSpPr/>
            <p:nvPr/>
          </p:nvSpPr>
          <p:spPr>
            <a:xfrm>
              <a:off x="-787250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4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53">
              <a:extLst>
                <a:ext uri="{FF2B5EF4-FFF2-40B4-BE49-F238E27FC236}">
                  <a16:creationId xmlns:a16="http://schemas.microsoft.com/office/drawing/2014/main" id="{ED30F04C-E961-2D39-9313-BC7B9D386C69}"/>
                </a:ext>
              </a:extLst>
            </p:cNvPr>
            <p:cNvSpPr/>
            <p:nvPr/>
          </p:nvSpPr>
          <p:spPr>
            <a:xfrm>
              <a:off x="-1195725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53">
              <a:extLst>
                <a:ext uri="{FF2B5EF4-FFF2-40B4-BE49-F238E27FC236}">
                  <a16:creationId xmlns:a16="http://schemas.microsoft.com/office/drawing/2014/main" id="{97B204AB-621E-FE4A-138A-F1B9C28151BF}"/>
                </a:ext>
              </a:extLst>
            </p:cNvPr>
            <p:cNvSpPr/>
            <p:nvPr/>
          </p:nvSpPr>
          <p:spPr>
            <a:xfrm>
              <a:off x="-16042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5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53">
              <a:extLst>
                <a:ext uri="{FF2B5EF4-FFF2-40B4-BE49-F238E27FC236}">
                  <a16:creationId xmlns:a16="http://schemas.microsoft.com/office/drawing/2014/main" id="{AA7BFA37-3349-0B35-0B73-D2D4D5D8288D}"/>
                </a:ext>
              </a:extLst>
            </p:cNvPr>
            <p:cNvSpPr/>
            <p:nvPr/>
          </p:nvSpPr>
          <p:spPr>
            <a:xfrm>
              <a:off x="-2012725" y="-1132050"/>
              <a:ext cx="130450" cy="187275"/>
            </a:xfrm>
            <a:custGeom>
              <a:avLst/>
              <a:gdLst/>
              <a:ahLst/>
              <a:cxnLst/>
              <a:rect l="l" t="t" r="r" b="b"/>
              <a:pathLst>
                <a:path w="5218" h="7491" extrusionOk="0">
                  <a:moveTo>
                    <a:pt x="4060" y="0"/>
                  </a:moveTo>
                  <a:lnTo>
                    <a:pt x="1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53">
              <a:extLst>
                <a:ext uri="{FF2B5EF4-FFF2-40B4-BE49-F238E27FC236}">
                  <a16:creationId xmlns:a16="http://schemas.microsoft.com/office/drawing/2014/main" id="{3475BEDF-CFB9-1D8F-F6A0-88EA1FC6E915}"/>
                </a:ext>
              </a:extLst>
            </p:cNvPr>
            <p:cNvSpPr/>
            <p:nvPr/>
          </p:nvSpPr>
          <p:spPr>
            <a:xfrm>
              <a:off x="-2421200" y="-1132050"/>
              <a:ext cx="130425" cy="187275"/>
            </a:xfrm>
            <a:custGeom>
              <a:avLst/>
              <a:gdLst/>
              <a:ahLst/>
              <a:cxnLst/>
              <a:rect l="l" t="t" r="r" b="b"/>
              <a:pathLst>
                <a:path w="5217" h="7491" extrusionOk="0">
                  <a:moveTo>
                    <a:pt x="4060" y="0"/>
                  </a:moveTo>
                  <a:lnTo>
                    <a:pt x="0" y="6800"/>
                  </a:lnTo>
                  <a:lnTo>
                    <a:pt x="1178" y="7490"/>
                  </a:lnTo>
                  <a:lnTo>
                    <a:pt x="5217" y="690"/>
                  </a:lnTo>
                  <a:lnTo>
                    <a:pt x="406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53">
              <a:extLst>
                <a:ext uri="{FF2B5EF4-FFF2-40B4-BE49-F238E27FC236}">
                  <a16:creationId xmlns:a16="http://schemas.microsoft.com/office/drawing/2014/main" id="{38AC6F67-39D1-14DF-405F-FAB2DE578ADD}"/>
                </a:ext>
              </a:extLst>
            </p:cNvPr>
            <p:cNvSpPr/>
            <p:nvPr/>
          </p:nvSpPr>
          <p:spPr>
            <a:xfrm>
              <a:off x="-28291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39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6" y="690"/>
                  </a:lnTo>
                  <a:lnTo>
                    <a:pt x="4039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53">
              <a:extLst>
                <a:ext uri="{FF2B5EF4-FFF2-40B4-BE49-F238E27FC236}">
                  <a16:creationId xmlns:a16="http://schemas.microsoft.com/office/drawing/2014/main" id="{B8640132-068B-41AC-A294-3EE35C1EA901}"/>
                </a:ext>
              </a:extLst>
            </p:cNvPr>
            <p:cNvSpPr/>
            <p:nvPr/>
          </p:nvSpPr>
          <p:spPr>
            <a:xfrm>
              <a:off x="-3237675" y="-1132050"/>
              <a:ext cx="129925" cy="187275"/>
            </a:xfrm>
            <a:custGeom>
              <a:avLst/>
              <a:gdLst/>
              <a:ahLst/>
              <a:cxnLst/>
              <a:rect l="l" t="t" r="r" b="b"/>
              <a:pathLst>
                <a:path w="5197" h="7491" extrusionOk="0">
                  <a:moveTo>
                    <a:pt x="4040" y="0"/>
                  </a:moveTo>
                  <a:lnTo>
                    <a:pt x="0" y="6800"/>
                  </a:lnTo>
                  <a:lnTo>
                    <a:pt x="1157" y="7490"/>
                  </a:lnTo>
                  <a:lnTo>
                    <a:pt x="5197" y="690"/>
                  </a:lnTo>
                  <a:lnTo>
                    <a:pt x="404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cxnSp>
        <p:nvCxnSpPr>
          <p:cNvPr id="855" name="Google Shape;855;p53">
            <a:extLst>
              <a:ext uri="{FF2B5EF4-FFF2-40B4-BE49-F238E27FC236}">
                <a16:creationId xmlns:a16="http://schemas.microsoft.com/office/drawing/2014/main" id="{3063EC77-13EB-593C-B3CE-BD6BDE51355E}"/>
              </a:ext>
            </a:extLst>
          </p:cNvPr>
          <p:cNvCxnSpPr/>
          <p:nvPr/>
        </p:nvCxnSpPr>
        <p:spPr>
          <a:xfrm rot="10800000">
            <a:off x="524900" y="-25"/>
            <a:ext cx="0" cy="363360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356864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DD664-B930-B9DB-4166-055C79D3E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F62EE-AFDE-69BB-B7EB-F7E03CD4A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Descrierea</a:t>
            </a:r>
            <a:r>
              <a:rPr lang="en-US" dirty="0"/>
              <a:t> </a:t>
            </a:r>
            <a:r>
              <a:rPr lang="en-US" dirty="0" err="1"/>
              <a:t>aplicatiei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928F29-DB05-313A-4DB0-EEAC0670F3C9}"/>
              </a:ext>
            </a:extLst>
          </p:cNvPr>
          <p:cNvSpPr txBox="1"/>
          <p:nvPr/>
        </p:nvSpPr>
        <p:spPr>
          <a:xfrm>
            <a:off x="1375317" y="1792149"/>
            <a:ext cx="6393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Orice </a:t>
            </a:r>
            <a:r>
              <a:rPr lang="en-US" dirty="0" err="1"/>
              <a:t>utilizator</a:t>
            </a:r>
            <a:r>
              <a:rPr lang="en-US" dirty="0"/>
              <a:t> care a </a:t>
            </a:r>
            <a:r>
              <a:rPr lang="en-US" dirty="0" err="1"/>
              <a:t>instalat</a:t>
            </a:r>
            <a:r>
              <a:rPr lang="en-US" dirty="0"/>
              <a:t> pe device-ul personal </a:t>
            </a:r>
            <a:r>
              <a:rPr lang="en-US" dirty="0" err="1"/>
              <a:t>aplicatia</a:t>
            </a:r>
            <a:r>
              <a:rPr lang="en-US" dirty="0"/>
              <a:t> are </a:t>
            </a:r>
            <a:r>
              <a:rPr lang="en-US" dirty="0" err="1"/>
              <a:t>posibilitatea</a:t>
            </a:r>
            <a:r>
              <a:rPr lang="en-US" dirty="0"/>
              <a:t> de a </a:t>
            </a:r>
            <a:r>
              <a:rPr lang="en-US" dirty="0" err="1"/>
              <a:t>folosi</a:t>
            </a:r>
            <a:r>
              <a:rPr lang="en-US" dirty="0"/>
              <a:t> </a:t>
            </a:r>
            <a:r>
              <a:rPr lang="en-US" dirty="0" err="1"/>
              <a:t>aplicatia</a:t>
            </a:r>
            <a:r>
              <a:rPr lang="en-US" dirty="0"/>
              <a:t> in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multe</a:t>
            </a:r>
            <a:r>
              <a:rPr lang="en-US" dirty="0"/>
              <a:t> </a:t>
            </a:r>
            <a:r>
              <a:rPr lang="en-US" dirty="0" err="1"/>
              <a:t>moduri</a:t>
            </a:r>
            <a:r>
              <a:rPr lang="en-US" dirty="0"/>
              <a:t>. Ca prim mod </a:t>
            </a:r>
            <a:r>
              <a:rPr lang="en-US" dirty="0" err="1"/>
              <a:t>poate</a:t>
            </a:r>
            <a:r>
              <a:rPr lang="en-US" dirty="0"/>
              <a:t> </a:t>
            </a:r>
            <a:r>
              <a:rPr lang="en-US" dirty="0" err="1"/>
              <a:t>rula</a:t>
            </a:r>
            <a:r>
              <a:rPr lang="en-US" dirty="0"/>
              <a:t> o </a:t>
            </a:r>
            <a:r>
              <a:rPr lang="en-US" dirty="0" err="1"/>
              <a:t>comanda</a:t>
            </a:r>
            <a:r>
              <a:rPr lang="en-US" dirty="0"/>
              <a:t> in </a:t>
            </a:r>
            <a:r>
              <a:rPr lang="en-US" dirty="0" err="1"/>
              <a:t>Terminalul</a:t>
            </a:r>
            <a:r>
              <a:rPr lang="en-US" dirty="0"/>
              <a:t> </a:t>
            </a:r>
            <a:r>
              <a:rPr lang="en-US" dirty="0" err="1"/>
              <a:t>aferent</a:t>
            </a:r>
            <a:r>
              <a:rPr lang="en-US" dirty="0"/>
              <a:t> </a:t>
            </a:r>
            <a:r>
              <a:rPr lang="en-US" dirty="0" err="1"/>
              <a:t>editorului</a:t>
            </a:r>
            <a:r>
              <a:rPr lang="en-US" dirty="0"/>
              <a:t> de text pe care il </a:t>
            </a:r>
            <a:r>
              <a:rPr lang="en-US" dirty="0" err="1"/>
              <a:t>foloseste</a:t>
            </a:r>
            <a:r>
              <a:rPr lang="en-US" dirty="0"/>
              <a:t>. In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caz</a:t>
            </a:r>
            <a:r>
              <a:rPr lang="en-US" dirty="0"/>
              <a:t> </a:t>
            </a:r>
            <a:r>
              <a:rPr lang="en-US" dirty="0" err="1"/>
              <a:t>utilizatorul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 </a:t>
            </a:r>
            <a:r>
              <a:rPr lang="en-US" dirty="0" err="1"/>
              <a:t>parte</a:t>
            </a:r>
            <a:r>
              <a:rPr lang="en-US" dirty="0"/>
              <a:t> de o </a:t>
            </a:r>
            <a:r>
              <a:rPr lang="en-US" dirty="0" err="1"/>
              <a:t>interfata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rudimentara</a:t>
            </a:r>
            <a:r>
              <a:rPr lang="en-US" dirty="0"/>
              <a:t> </a:t>
            </a:r>
            <a:r>
              <a:rPr lang="en-US" dirty="0" err="1"/>
              <a:t>dar</a:t>
            </a:r>
            <a:r>
              <a:rPr lang="en-US" dirty="0"/>
              <a:t> care ii da o </a:t>
            </a:r>
            <a:r>
              <a:rPr lang="en-US" dirty="0" err="1"/>
              <a:t>optiune</a:t>
            </a:r>
            <a:r>
              <a:rPr lang="en-US" dirty="0"/>
              <a:t> in plus.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3B6B01-7FFE-4BEA-27BA-A29C8EA0F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317" y="2906512"/>
            <a:ext cx="2993250" cy="19289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6F3C02F-B93B-8144-A394-BDD332FCA07E}"/>
              </a:ext>
            </a:extLst>
          </p:cNvPr>
          <p:cNvSpPr txBox="1"/>
          <p:nvPr/>
        </p:nvSpPr>
        <p:spPr>
          <a:xfrm>
            <a:off x="4449371" y="3073377"/>
            <a:ext cx="3695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Comenzi</a:t>
            </a:r>
            <a:r>
              <a:rPr lang="en-US" dirty="0"/>
              <a:t> de </a:t>
            </a:r>
            <a:r>
              <a:rPr lang="en-US" dirty="0" err="1"/>
              <a:t>pornire</a:t>
            </a:r>
            <a:r>
              <a:rPr lang="en-US" dirty="0"/>
              <a:t> ( in terminal ):</a:t>
            </a:r>
          </a:p>
          <a:p>
            <a:r>
              <a:rPr lang="en-US" dirty="0"/>
              <a:t>&amp; "D:/proiectRN/Proiect </a:t>
            </a:r>
            <a:r>
              <a:rPr lang="en-US" dirty="0" err="1"/>
              <a:t>retele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/.venv-5/Scripts/python.exe" "</a:t>
            </a:r>
            <a:r>
              <a:rPr lang="en-US" dirty="0" err="1"/>
              <a:t>src</a:t>
            </a:r>
            <a:r>
              <a:rPr lang="en-US" dirty="0"/>
              <a:t>/</a:t>
            </a:r>
            <a:r>
              <a:rPr lang="en-US" dirty="0" err="1"/>
              <a:t>neural_network</a:t>
            </a:r>
            <a:r>
              <a:rPr lang="en-US" dirty="0"/>
              <a:t>/ui_app.py"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16146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6ACF1-22E9-0DBD-15DB-1F174FD1A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4D58D-CC71-7562-9DF8-9B8FB712D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Descrierea</a:t>
            </a:r>
            <a:r>
              <a:rPr lang="en-US" dirty="0"/>
              <a:t> </a:t>
            </a:r>
            <a:r>
              <a:rPr lang="en-US" dirty="0" err="1"/>
              <a:t>aplicatiei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840394-4000-3A8E-5F3B-A0A3B402670A}"/>
              </a:ext>
            </a:extLst>
          </p:cNvPr>
          <p:cNvSpPr txBox="1"/>
          <p:nvPr/>
        </p:nvSpPr>
        <p:spPr>
          <a:xfrm>
            <a:off x="1375317" y="1335466"/>
            <a:ext cx="6393365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Daca ne </a:t>
            </a:r>
            <a:r>
              <a:rPr lang="en-US" dirty="0" err="1"/>
              <a:t>referim</a:t>
            </a:r>
            <a:r>
              <a:rPr lang="en-US" dirty="0"/>
              <a:t> la </a:t>
            </a:r>
            <a:r>
              <a:rPr lang="en-US" dirty="0" err="1"/>
              <a:t>interfata</a:t>
            </a:r>
            <a:r>
              <a:rPr lang="en-US" dirty="0"/>
              <a:t> web, </a:t>
            </a:r>
            <a:r>
              <a:rPr lang="en-US" dirty="0" err="1"/>
              <a:t>ea</a:t>
            </a:r>
            <a:r>
              <a:rPr lang="en-US" dirty="0"/>
              <a:t> </a:t>
            </a:r>
            <a:r>
              <a:rPr lang="en-US" dirty="0" err="1"/>
              <a:t>cuprinde</a:t>
            </a:r>
            <a:r>
              <a:rPr lang="en-US" dirty="0"/>
              <a:t> un design </a:t>
            </a:r>
            <a:r>
              <a:rPr lang="en-US" dirty="0" err="1"/>
              <a:t>mult</a:t>
            </a:r>
            <a:r>
              <a:rPr lang="en-US" dirty="0"/>
              <a:t> </a:t>
            </a:r>
            <a:r>
              <a:rPr lang="en-US" dirty="0" err="1"/>
              <a:t>mai</a:t>
            </a:r>
            <a:r>
              <a:rPr lang="en-US" dirty="0"/>
              <a:t> </a:t>
            </a:r>
            <a:r>
              <a:rPr lang="en-US" dirty="0" err="1"/>
              <a:t>prietenos</a:t>
            </a:r>
            <a:r>
              <a:rPr lang="en-US" dirty="0"/>
              <a:t> cu </a:t>
            </a:r>
            <a:r>
              <a:rPr lang="en-US" dirty="0" err="1"/>
              <a:t>utilizatorul</a:t>
            </a:r>
            <a:r>
              <a:rPr lang="en-US" dirty="0"/>
              <a:t>. </a:t>
            </a:r>
            <a:r>
              <a:rPr lang="en-US" dirty="0" err="1"/>
              <a:t>Interfata</a:t>
            </a:r>
            <a:r>
              <a:rPr lang="en-US" dirty="0"/>
              <a:t> web </a:t>
            </a:r>
            <a:r>
              <a:rPr lang="en-US" dirty="0" err="1"/>
              <a:t>cuprinde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o </a:t>
            </a:r>
            <a:r>
              <a:rPr lang="en-US" dirty="0" err="1"/>
              <a:t>pagina</a:t>
            </a:r>
            <a:r>
              <a:rPr lang="en-US" dirty="0"/>
              <a:t> de </a:t>
            </a:r>
            <a:r>
              <a:rPr lang="en-US" dirty="0" err="1"/>
              <a:t>register+login</a:t>
            </a:r>
            <a:r>
              <a:rPr lang="en-US" dirty="0"/>
              <a:t> ( tot cu </a:t>
            </a:r>
            <a:r>
              <a:rPr lang="en-US" dirty="0" err="1"/>
              <a:t>ajutorul</a:t>
            </a:r>
            <a:r>
              <a:rPr lang="en-US" dirty="0"/>
              <a:t> csv-</a:t>
            </a:r>
            <a:r>
              <a:rPr lang="en-US" dirty="0" err="1"/>
              <a:t>urilor</a:t>
            </a:r>
            <a:r>
              <a:rPr lang="en-US" dirty="0"/>
              <a:t> ). Ca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functionalitate</a:t>
            </a:r>
            <a:r>
              <a:rPr lang="en-US" dirty="0"/>
              <a:t> face exact </a:t>
            </a:r>
            <a:r>
              <a:rPr lang="en-US" dirty="0" err="1"/>
              <a:t>acelasi</a:t>
            </a:r>
            <a:r>
              <a:rPr lang="en-US" dirty="0"/>
              <a:t> </a:t>
            </a:r>
            <a:r>
              <a:rPr lang="en-US" dirty="0" err="1"/>
              <a:t>lucru</a:t>
            </a:r>
            <a:r>
              <a:rPr lang="en-US" dirty="0"/>
              <a:t> </a:t>
            </a:r>
            <a:r>
              <a:rPr lang="en-US" dirty="0" err="1"/>
              <a:t>doar</a:t>
            </a:r>
            <a:r>
              <a:rPr lang="en-US" dirty="0"/>
              <a:t> ca din </a:t>
            </a:r>
            <a:r>
              <a:rPr lang="en-US" dirty="0" err="1"/>
              <a:t>cauza</a:t>
            </a:r>
            <a:r>
              <a:rPr lang="en-US" dirty="0"/>
              <a:t> a </a:t>
            </a:r>
            <a:r>
              <a:rPr lang="en-US" dirty="0" err="1"/>
              <a:t>mici</a:t>
            </a:r>
            <a:r>
              <a:rPr lang="en-US" dirty="0"/>
              <a:t> </a:t>
            </a:r>
            <a:r>
              <a:rPr lang="en-US" dirty="0" err="1"/>
              <a:t>erori</a:t>
            </a:r>
            <a:r>
              <a:rPr lang="en-US" dirty="0"/>
              <a:t> nu </a:t>
            </a:r>
            <a:r>
              <a:rPr lang="en-US" dirty="0" err="1"/>
              <a:t>avem</a:t>
            </a:r>
            <a:r>
              <a:rPr lang="en-US" dirty="0"/>
              <a:t> </a:t>
            </a:r>
            <a:r>
              <a:rPr lang="en-US" dirty="0" err="1"/>
              <a:t>acces</a:t>
            </a:r>
            <a:r>
              <a:rPr lang="en-US" dirty="0"/>
              <a:t> la camera pe web, </a:t>
            </a:r>
            <a:r>
              <a:rPr lang="en-US" dirty="0" err="1"/>
              <a:t>dar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</a:t>
            </a:r>
            <a:r>
              <a:rPr lang="en-US" dirty="0" err="1"/>
              <a:t>incarca</a:t>
            </a:r>
            <a:r>
              <a:rPr lang="en-US" dirty="0"/>
              <a:t> </a:t>
            </a:r>
            <a:r>
              <a:rPr lang="en-US" dirty="0" err="1"/>
              <a:t>poze</a:t>
            </a:r>
            <a:r>
              <a:rPr lang="en-US" dirty="0"/>
              <a:t> de pe device-ul personal. Pe </a:t>
            </a:r>
            <a:r>
              <a:rPr lang="en-US" dirty="0" err="1"/>
              <a:t>langa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lucru</a:t>
            </a:r>
            <a:r>
              <a:rPr lang="en-US" dirty="0"/>
              <a:t>, in </a:t>
            </a:r>
            <a:r>
              <a:rPr lang="en-US" dirty="0" err="1"/>
              <a:t>interfata</a:t>
            </a:r>
            <a:r>
              <a:rPr lang="en-US" dirty="0"/>
              <a:t> web </a:t>
            </a:r>
            <a:r>
              <a:rPr lang="en-US" dirty="0" err="1"/>
              <a:t>gasim</a:t>
            </a:r>
            <a:r>
              <a:rPr lang="en-US" dirty="0"/>
              <a:t> o </a:t>
            </a:r>
            <a:r>
              <a:rPr lang="en-US" dirty="0" err="1"/>
              <a:t>noua</a:t>
            </a:r>
            <a:r>
              <a:rPr lang="en-US" dirty="0"/>
              <a:t> </a:t>
            </a:r>
            <a:r>
              <a:rPr lang="en-US" dirty="0" err="1"/>
              <a:t>functie</a:t>
            </a:r>
            <a:r>
              <a:rPr lang="en-US" dirty="0"/>
              <a:t>, </a:t>
            </a:r>
            <a:r>
              <a:rPr lang="en-US" dirty="0" err="1"/>
              <a:t>cea</a:t>
            </a:r>
            <a:r>
              <a:rPr lang="en-US" dirty="0"/>
              <a:t> de </a:t>
            </a:r>
            <a:r>
              <a:rPr lang="en-US" dirty="0" err="1"/>
              <a:t>adaugare</a:t>
            </a:r>
            <a:r>
              <a:rPr lang="en-US" dirty="0"/>
              <a:t> accident pe </a:t>
            </a:r>
            <a:r>
              <a:rPr lang="en-US" dirty="0" err="1"/>
              <a:t>placuta</a:t>
            </a:r>
            <a:r>
              <a:rPr lang="en-US" dirty="0"/>
              <a:t> de </a:t>
            </a:r>
            <a:r>
              <a:rPr lang="en-US" dirty="0" err="1"/>
              <a:t>inmatriculare</a:t>
            </a:r>
            <a:r>
              <a:rPr lang="en-US" dirty="0"/>
              <a:t>, care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modifica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scorul</a:t>
            </a:r>
            <a:r>
              <a:rPr lang="en-US" dirty="0"/>
              <a:t> </a:t>
            </a:r>
            <a:r>
              <a:rPr lang="en-US" dirty="0" err="1"/>
              <a:t>judetului</a:t>
            </a:r>
            <a:r>
              <a:rPr lang="en-US" dirty="0"/>
              <a:t> implicit.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112AF1-D10C-F7D1-8478-858264DCD22B}"/>
              </a:ext>
            </a:extLst>
          </p:cNvPr>
          <p:cNvSpPr txBox="1"/>
          <p:nvPr/>
        </p:nvSpPr>
        <p:spPr>
          <a:xfrm>
            <a:off x="4835236" y="3176186"/>
            <a:ext cx="369517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Comenzi</a:t>
            </a:r>
            <a:r>
              <a:rPr lang="en-US" dirty="0"/>
              <a:t> de </a:t>
            </a:r>
            <a:r>
              <a:rPr lang="en-US" dirty="0" err="1"/>
              <a:t>pornire</a:t>
            </a:r>
            <a:r>
              <a:rPr lang="en-US" dirty="0"/>
              <a:t> ( in </a:t>
            </a:r>
            <a:r>
              <a:rPr lang="en-US" dirty="0" err="1"/>
              <a:t>powershell</a:t>
            </a:r>
            <a:r>
              <a:rPr lang="en-US" dirty="0"/>
              <a:t> ):</a:t>
            </a:r>
          </a:p>
          <a:p>
            <a:r>
              <a:rPr lang="en-US" dirty="0"/>
              <a:t>&amp; "D:\proiectRN\Proiect </a:t>
            </a:r>
            <a:r>
              <a:rPr lang="en-US" dirty="0" err="1"/>
              <a:t>retele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\.venv-5\Scripts\streamlit.exe" run "D:\proiectRN\Proiect </a:t>
            </a:r>
            <a:r>
              <a:rPr lang="en-US" dirty="0" err="1"/>
              <a:t>retele</a:t>
            </a:r>
            <a:r>
              <a:rPr lang="en-US" dirty="0"/>
              <a:t> </a:t>
            </a:r>
            <a:r>
              <a:rPr lang="en-US" dirty="0" err="1"/>
              <a:t>neuronale</a:t>
            </a:r>
            <a:r>
              <a:rPr lang="en-US" dirty="0"/>
              <a:t>\web\app.py"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82884B-0DB5-C0AB-A8F6-F8D2603B8E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317" y="3119491"/>
            <a:ext cx="3261116" cy="165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7259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0D384-8664-D42D-DDB9-087BBDE91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Concluzii 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E2DC13-7959-2B8D-C3A6-9A508C426B55}"/>
              </a:ext>
            </a:extLst>
          </p:cNvPr>
          <p:cNvSpPr txBox="1"/>
          <p:nvPr/>
        </p:nvSpPr>
        <p:spPr>
          <a:xfrm>
            <a:off x="1566862" y="2301984"/>
            <a:ext cx="6396037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Am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realizat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o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aplicație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completă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care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estimează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riscul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rutier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pentru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un context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dat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folosind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o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rețea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neuronală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antrenată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în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Python.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Soluția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include pipeline-ul de la date la model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și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o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interfață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(desktop/web)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pentru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rulare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și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demonstrație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,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iar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rezultatele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confirmă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funcționarea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end‑to‑end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și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posibilitatea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extinderii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 cu date </a:t>
            </a:r>
            <a:r>
              <a:rPr lang="en-US" sz="1600" dirty="0" err="1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reale</a:t>
            </a:r>
            <a:r>
              <a:rPr lang="en-US" sz="1600" dirty="0">
                <a:solidFill>
                  <a:schemeClr val="accent1"/>
                </a:solidFill>
                <a:effectLst/>
                <a:latin typeface="Segoe UI Black" panose="020B0A02040204020203" pitchFamily="34" charset="0"/>
                <a:ea typeface="Segoe UI Black" panose="020B0A02040204020203" pitchFamily="34" charset="0"/>
              </a:rPr>
              <a:t>.</a:t>
            </a:r>
          </a:p>
          <a:p>
            <a:pPr>
              <a:buNone/>
            </a:pPr>
            <a:br>
              <a:rPr lang="en-US" dirty="0">
                <a:effectLst/>
              </a:rPr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4703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9602B2-2656-F909-EDF8-E3AD36F0C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Multumesc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vizionare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236C64-3448-764A-C07D-E1B32E299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450" y="2046127"/>
            <a:ext cx="4187100" cy="228573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62410716"/>
      </p:ext>
    </p:extLst>
  </p:cSld>
  <p:clrMapOvr>
    <a:masterClrMapping/>
  </p:clrMapOvr>
</p:sld>
</file>

<file path=ppt/theme/theme1.xml><?xml version="1.0" encoding="utf-8"?>
<a:theme xmlns:a="http://schemas.openxmlformats.org/drawingml/2006/main" name="Artificial Intelligence (AI) Startup Business Plan by Slidesgo">
  <a:themeElements>
    <a:clrScheme name="Simple Light">
      <a:dk1>
        <a:srgbClr val="191919"/>
      </a:dk1>
      <a:lt1>
        <a:srgbClr val="FFFFFF"/>
      </a:lt1>
      <a:dk2>
        <a:srgbClr val="C1C1C1"/>
      </a:dk2>
      <a:lt2>
        <a:srgbClr val="E7E7E7"/>
      </a:lt2>
      <a:accent1>
        <a:srgbClr val="6E79E4"/>
      </a:accent1>
      <a:accent2>
        <a:srgbClr val="3C3C3B"/>
      </a:accent2>
      <a:accent3>
        <a:srgbClr val="5C64B8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1553</Words>
  <Application>Microsoft Office PowerPoint</Application>
  <PresentationFormat>On-screen Show (16:9)</PresentationFormat>
  <Paragraphs>168</Paragraphs>
  <Slides>30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9" baseType="lpstr">
      <vt:lpstr>Times New Roman</vt:lpstr>
      <vt:lpstr>Google Sans</vt:lpstr>
      <vt:lpstr>Nunito</vt:lpstr>
      <vt:lpstr>Bebas Neue</vt:lpstr>
      <vt:lpstr>Segoe UI Black</vt:lpstr>
      <vt:lpstr>Raleway</vt:lpstr>
      <vt:lpstr>Raleway Medium</vt:lpstr>
      <vt:lpstr>Arial</vt:lpstr>
      <vt:lpstr>Artificial Intelligence (AI) Startup Business Plan by Slidesgo</vt:lpstr>
      <vt:lpstr>Sistem de predictie al riscului de accident</vt:lpstr>
      <vt:lpstr>PowerPoint Presentation</vt:lpstr>
      <vt:lpstr>Desciere </vt:lpstr>
      <vt:lpstr>Descriere</vt:lpstr>
      <vt:lpstr>Demoniul de interes</vt:lpstr>
      <vt:lpstr>Cauzele accidentelor</vt:lpstr>
      <vt:lpstr>Probleme vs solutii</vt:lpstr>
      <vt:lpstr>Studii de caz</vt:lpstr>
      <vt:lpstr>Studiu de caz</vt:lpstr>
      <vt:lpstr>Studiu de caz Accidente raportat la numarul de conducatori auto</vt:lpstr>
      <vt:lpstr>Sistemul cu Inteligenta artificala</vt:lpstr>
      <vt:lpstr>Descriere retea neuronala</vt:lpstr>
      <vt:lpstr>COmponente</vt:lpstr>
      <vt:lpstr>Tehnologii utilizate</vt:lpstr>
      <vt:lpstr>Tehnologii utilizate</vt:lpstr>
      <vt:lpstr>Fluxul de date</vt:lpstr>
      <vt:lpstr>Procesul</vt:lpstr>
      <vt:lpstr>Date de intrare</vt:lpstr>
      <vt:lpstr>Datele de intrare</vt:lpstr>
      <vt:lpstr>Date de iesire</vt:lpstr>
      <vt:lpstr>Datele de Iesire</vt:lpstr>
      <vt:lpstr>Surse</vt:lpstr>
      <vt:lpstr>surse</vt:lpstr>
      <vt:lpstr>surse</vt:lpstr>
      <vt:lpstr>Alte surse externe( pe langa cele din readme )</vt:lpstr>
      <vt:lpstr>Descrierea aplicatiei + concluzii</vt:lpstr>
      <vt:lpstr>Descrierea aplicatiei</vt:lpstr>
      <vt:lpstr>Descrierea aplicatiei</vt:lpstr>
      <vt:lpstr>Concluzii </vt:lpstr>
      <vt:lpstr>Multumesc pentru vizionare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horel</dc:creator>
  <cp:lastModifiedBy>Horia-Ioan PETRE (142228)</cp:lastModifiedBy>
  <cp:revision>9</cp:revision>
  <dcterms:modified xsi:type="dcterms:W3CDTF">2026-02-10T22:50:41Z</dcterms:modified>
</cp:coreProperties>
</file>